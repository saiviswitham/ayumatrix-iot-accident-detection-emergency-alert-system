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4" r:id="rId7"/>
    <p:sldId id="262" r:id="rId8"/>
    <p:sldId id="263" r:id="rId9"/>
    <p:sldId id="261" r:id="rId10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647700" rtl="0" fontAlgn="auto" latinLnBrk="0" hangingPunct="0">
      <a:lnSpc>
        <a:spcPct val="100000"/>
      </a:lnSpc>
      <a:spcBef>
        <a:spcPts val="4800"/>
      </a:spcBef>
      <a:spcAft>
        <a:spcPts val="0"/>
      </a:spcAft>
      <a:buClrTx/>
      <a:buSzTx/>
      <a:buFontTx/>
      <a:buNone/>
      <a:tabLst/>
      <a:defRPr kumimoji="0" sz="4200" b="0" i="0" u="none" strike="noStrike" cap="none" spc="84" normalizeH="0" baseline="0">
        <a:ln>
          <a:noFill/>
        </a:ln>
        <a:solidFill>
          <a:srgbClr val="5B5854"/>
        </a:solidFill>
        <a:effectLst/>
        <a:uFillTx/>
        <a:latin typeface="Avenir Medium"/>
        <a:ea typeface="Avenir Medium"/>
        <a:cs typeface="Avenir Medium"/>
        <a:sym typeface="Avenir Medium"/>
      </a:defRPr>
    </a:lvl1pPr>
    <a:lvl2pPr marL="0" marR="0" indent="342900" algn="l" defTabSz="647700" rtl="0" fontAlgn="auto" latinLnBrk="0" hangingPunct="0">
      <a:lnSpc>
        <a:spcPct val="100000"/>
      </a:lnSpc>
      <a:spcBef>
        <a:spcPts val="4800"/>
      </a:spcBef>
      <a:spcAft>
        <a:spcPts val="0"/>
      </a:spcAft>
      <a:buClrTx/>
      <a:buSzTx/>
      <a:buFontTx/>
      <a:buNone/>
      <a:tabLst/>
      <a:defRPr kumimoji="0" sz="4200" b="0" i="0" u="none" strike="noStrike" cap="none" spc="84" normalizeH="0" baseline="0">
        <a:ln>
          <a:noFill/>
        </a:ln>
        <a:solidFill>
          <a:srgbClr val="5B5854"/>
        </a:solidFill>
        <a:effectLst/>
        <a:uFillTx/>
        <a:latin typeface="Avenir Medium"/>
        <a:ea typeface="Avenir Medium"/>
        <a:cs typeface="Avenir Medium"/>
        <a:sym typeface="Avenir Medium"/>
      </a:defRPr>
    </a:lvl2pPr>
    <a:lvl3pPr marL="0" marR="0" indent="685800" algn="l" defTabSz="647700" rtl="0" fontAlgn="auto" latinLnBrk="0" hangingPunct="0">
      <a:lnSpc>
        <a:spcPct val="100000"/>
      </a:lnSpc>
      <a:spcBef>
        <a:spcPts val="4800"/>
      </a:spcBef>
      <a:spcAft>
        <a:spcPts val="0"/>
      </a:spcAft>
      <a:buClrTx/>
      <a:buSzTx/>
      <a:buFontTx/>
      <a:buNone/>
      <a:tabLst/>
      <a:defRPr kumimoji="0" sz="4200" b="0" i="0" u="none" strike="noStrike" cap="none" spc="84" normalizeH="0" baseline="0">
        <a:ln>
          <a:noFill/>
        </a:ln>
        <a:solidFill>
          <a:srgbClr val="5B5854"/>
        </a:solidFill>
        <a:effectLst/>
        <a:uFillTx/>
        <a:latin typeface="Avenir Medium"/>
        <a:ea typeface="Avenir Medium"/>
        <a:cs typeface="Avenir Medium"/>
        <a:sym typeface="Avenir Medium"/>
      </a:defRPr>
    </a:lvl3pPr>
    <a:lvl4pPr marL="0" marR="0" indent="1028700" algn="l" defTabSz="647700" rtl="0" fontAlgn="auto" latinLnBrk="0" hangingPunct="0">
      <a:lnSpc>
        <a:spcPct val="100000"/>
      </a:lnSpc>
      <a:spcBef>
        <a:spcPts val="4800"/>
      </a:spcBef>
      <a:spcAft>
        <a:spcPts val="0"/>
      </a:spcAft>
      <a:buClrTx/>
      <a:buSzTx/>
      <a:buFontTx/>
      <a:buNone/>
      <a:tabLst/>
      <a:defRPr kumimoji="0" sz="4200" b="0" i="0" u="none" strike="noStrike" cap="none" spc="84" normalizeH="0" baseline="0">
        <a:ln>
          <a:noFill/>
        </a:ln>
        <a:solidFill>
          <a:srgbClr val="5B5854"/>
        </a:solidFill>
        <a:effectLst/>
        <a:uFillTx/>
        <a:latin typeface="Avenir Medium"/>
        <a:ea typeface="Avenir Medium"/>
        <a:cs typeface="Avenir Medium"/>
        <a:sym typeface="Avenir Medium"/>
      </a:defRPr>
    </a:lvl4pPr>
    <a:lvl5pPr marL="0" marR="0" indent="1371600" algn="l" defTabSz="647700" rtl="0" fontAlgn="auto" latinLnBrk="0" hangingPunct="0">
      <a:lnSpc>
        <a:spcPct val="100000"/>
      </a:lnSpc>
      <a:spcBef>
        <a:spcPts val="4800"/>
      </a:spcBef>
      <a:spcAft>
        <a:spcPts val="0"/>
      </a:spcAft>
      <a:buClrTx/>
      <a:buSzTx/>
      <a:buFontTx/>
      <a:buNone/>
      <a:tabLst/>
      <a:defRPr kumimoji="0" sz="4200" b="0" i="0" u="none" strike="noStrike" cap="none" spc="84" normalizeH="0" baseline="0">
        <a:ln>
          <a:noFill/>
        </a:ln>
        <a:solidFill>
          <a:srgbClr val="5B5854"/>
        </a:solidFill>
        <a:effectLst/>
        <a:uFillTx/>
        <a:latin typeface="Avenir Medium"/>
        <a:ea typeface="Avenir Medium"/>
        <a:cs typeface="Avenir Medium"/>
        <a:sym typeface="Avenir Medium"/>
      </a:defRPr>
    </a:lvl5pPr>
    <a:lvl6pPr marL="0" marR="0" indent="1714500" algn="l" defTabSz="647700" rtl="0" fontAlgn="auto" latinLnBrk="0" hangingPunct="0">
      <a:lnSpc>
        <a:spcPct val="100000"/>
      </a:lnSpc>
      <a:spcBef>
        <a:spcPts val="4800"/>
      </a:spcBef>
      <a:spcAft>
        <a:spcPts val="0"/>
      </a:spcAft>
      <a:buClrTx/>
      <a:buSzTx/>
      <a:buFontTx/>
      <a:buNone/>
      <a:tabLst/>
      <a:defRPr kumimoji="0" sz="4200" b="0" i="0" u="none" strike="noStrike" cap="none" spc="84" normalizeH="0" baseline="0">
        <a:ln>
          <a:noFill/>
        </a:ln>
        <a:solidFill>
          <a:srgbClr val="5B5854"/>
        </a:solidFill>
        <a:effectLst/>
        <a:uFillTx/>
        <a:latin typeface="Avenir Medium"/>
        <a:ea typeface="Avenir Medium"/>
        <a:cs typeface="Avenir Medium"/>
        <a:sym typeface="Avenir Medium"/>
      </a:defRPr>
    </a:lvl6pPr>
    <a:lvl7pPr marL="0" marR="0" indent="2057400" algn="l" defTabSz="647700" rtl="0" fontAlgn="auto" latinLnBrk="0" hangingPunct="0">
      <a:lnSpc>
        <a:spcPct val="100000"/>
      </a:lnSpc>
      <a:spcBef>
        <a:spcPts val="4800"/>
      </a:spcBef>
      <a:spcAft>
        <a:spcPts val="0"/>
      </a:spcAft>
      <a:buClrTx/>
      <a:buSzTx/>
      <a:buFontTx/>
      <a:buNone/>
      <a:tabLst/>
      <a:defRPr kumimoji="0" sz="4200" b="0" i="0" u="none" strike="noStrike" cap="none" spc="84" normalizeH="0" baseline="0">
        <a:ln>
          <a:noFill/>
        </a:ln>
        <a:solidFill>
          <a:srgbClr val="5B5854"/>
        </a:solidFill>
        <a:effectLst/>
        <a:uFillTx/>
        <a:latin typeface="Avenir Medium"/>
        <a:ea typeface="Avenir Medium"/>
        <a:cs typeface="Avenir Medium"/>
        <a:sym typeface="Avenir Medium"/>
      </a:defRPr>
    </a:lvl7pPr>
    <a:lvl8pPr marL="0" marR="0" indent="2400300" algn="l" defTabSz="647700" rtl="0" fontAlgn="auto" latinLnBrk="0" hangingPunct="0">
      <a:lnSpc>
        <a:spcPct val="100000"/>
      </a:lnSpc>
      <a:spcBef>
        <a:spcPts val="4800"/>
      </a:spcBef>
      <a:spcAft>
        <a:spcPts val="0"/>
      </a:spcAft>
      <a:buClrTx/>
      <a:buSzTx/>
      <a:buFontTx/>
      <a:buNone/>
      <a:tabLst/>
      <a:defRPr kumimoji="0" sz="4200" b="0" i="0" u="none" strike="noStrike" cap="none" spc="84" normalizeH="0" baseline="0">
        <a:ln>
          <a:noFill/>
        </a:ln>
        <a:solidFill>
          <a:srgbClr val="5B5854"/>
        </a:solidFill>
        <a:effectLst/>
        <a:uFillTx/>
        <a:latin typeface="Avenir Medium"/>
        <a:ea typeface="Avenir Medium"/>
        <a:cs typeface="Avenir Medium"/>
        <a:sym typeface="Avenir Medium"/>
      </a:defRPr>
    </a:lvl8pPr>
    <a:lvl9pPr marL="0" marR="0" indent="2743200" algn="l" defTabSz="647700" rtl="0" fontAlgn="auto" latinLnBrk="0" hangingPunct="0">
      <a:lnSpc>
        <a:spcPct val="100000"/>
      </a:lnSpc>
      <a:spcBef>
        <a:spcPts val="4800"/>
      </a:spcBef>
      <a:spcAft>
        <a:spcPts val="0"/>
      </a:spcAft>
      <a:buClrTx/>
      <a:buSzTx/>
      <a:buFontTx/>
      <a:buNone/>
      <a:tabLst/>
      <a:defRPr kumimoji="0" sz="4200" b="0" i="0" u="none" strike="noStrike" cap="none" spc="84" normalizeH="0" baseline="0">
        <a:ln>
          <a:noFill/>
        </a:ln>
        <a:solidFill>
          <a:srgbClr val="5B5854"/>
        </a:solidFill>
        <a:effectLst/>
        <a:uFillTx/>
        <a:latin typeface="Avenir Medium"/>
        <a:ea typeface="Avenir Medium"/>
        <a:cs typeface="Avenir Medium"/>
        <a:sym typeface="Avenir Medium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2B536D-1A2C-4645-8577-394B8A856BDB}" v="26" dt="2025-12-22T14:54:12.885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Avenir Next Medium"/>
          <a:ea typeface="Avenir Next Medium"/>
          <a:cs typeface="Avenir Next Medium"/>
        </a:font>
        <a:srgbClr val="5B5854"/>
      </a:tcTxStyle>
      <a:tcStyle>
        <a:tcBdr>
          <a:left>
            <a:ln w="25400" cap="flat">
              <a:solidFill>
                <a:srgbClr val="5B5854"/>
              </a:solidFill>
              <a:custDash>
                <a:ds d="200000" sp="200000"/>
              </a:custDash>
              <a:miter lim="400000"/>
            </a:ln>
          </a:left>
          <a:right>
            <a:ln w="25400" cap="flat">
              <a:solidFill>
                <a:srgbClr val="5B5854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B5854"/>
              </a:solidFill>
              <a:prstDash val="solid"/>
              <a:miter lim="400000"/>
            </a:ln>
          </a:top>
          <a:bottom>
            <a:ln w="12700" cap="flat">
              <a:solidFill>
                <a:srgbClr val="5B5854"/>
              </a:solidFill>
              <a:prstDash val="solid"/>
              <a:miter lim="400000"/>
            </a:ln>
          </a:bottom>
          <a:insideH>
            <a:ln w="12700" cap="flat">
              <a:solidFill>
                <a:srgbClr val="5B5854"/>
              </a:solidFill>
              <a:prstDash val="solid"/>
              <a:miter lim="400000"/>
            </a:ln>
          </a:insideH>
          <a:insideV>
            <a:ln w="25400" cap="flat">
              <a:solidFill>
                <a:srgbClr val="5B5854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chemeClr val="accent2">
              <a:hueOff val="-1122706"/>
              <a:satOff val="6504"/>
              <a:lumOff val="15871"/>
              <a:alpha val="17000"/>
            </a:scheme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5B5854"/>
      </a:tcTxStyle>
      <a:tcStyle>
        <a:tcBdr>
          <a:left>
            <a:ln w="12700" cap="flat">
              <a:noFill/>
              <a:miter lim="400000"/>
            </a:ln>
          </a:left>
          <a:right>
            <a:ln w="38100" cap="flat">
              <a:solidFill>
                <a:srgbClr val="5B5854"/>
              </a:solidFill>
              <a:prstDash val="solid"/>
              <a:miter lim="400000"/>
            </a:ln>
          </a:right>
          <a:top>
            <a:ln w="12700" cap="flat">
              <a:solidFill>
                <a:srgbClr val="5B5854"/>
              </a:solidFill>
              <a:prstDash val="solid"/>
              <a:miter lim="400000"/>
            </a:ln>
          </a:top>
          <a:bottom>
            <a:ln w="12700" cap="flat">
              <a:solidFill>
                <a:srgbClr val="5B5854"/>
              </a:solidFill>
              <a:prstDash val="solid"/>
              <a:miter lim="400000"/>
            </a:ln>
          </a:bottom>
          <a:insideH>
            <a:ln w="12700" cap="flat">
              <a:solidFill>
                <a:srgbClr val="5B5854"/>
              </a:solidFill>
              <a:prstDash val="solid"/>
              <a:miter lim="400000"/>
            </a:ln>
          </a:insideH>
          <a:insideV>
            <a:ln w="12700" cap="flat">
              <a:solidFill>
                <a:srgbClr val="5B5854"/>
              </a:solidFill>
              <a:prstDash val="solid"/>
              <a:miter lim="400000"/>
            </a:ln>
          </a:insideV>
        </a:tcBdr>
        <a:fill>
          <a:solidFill>
            <a:srgbClr val="809E35">
              <a:alpha val="10000"/>
            </a:srgbClr>
          </a:solidFill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5B5854"/>
      </a:tcTxStyle>
      <a:tcStyle>
        <a:tcBdr>
          <a:left>
            <a:ln w="12700" cap="flat">
              <a:solidFill>
                <a:srgbClr val="5B5854"/>
              </a:solidFill>
              <a:prstDash val="solid"/>
              <a:miter lim="400000"/>
            </a:ln>
          </a:left>
          <a:right>
            <a:ln w="12700" cap="flat">
              <a:solidFill>
                <a:srgbClr val="5B5854"/>
              </a:solidFill>
              <a:prstDash val="solid"/>
              <a:miter lim="400000"/>
            </a:ln>
          </a:right>
          <a:top>
            <a:ln w="38100" cap="flat">
              <a:solidFill>
                <a:srgbClr val="5B5854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5B5854"/>
              </a:solidFill>
              <a:prstDash val="solid"/>
              <a:miter lim="400000"/>
            </a:ln>
          </a:insideH>
          <a:insideV>
            <a:ln w="12700" cap="flat">
              <a:solidFill>
                <a:srgbClr val="5B5854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5B5854"/>
      </a:tcTxStyle>
      <a:tcStyle>
        <a:tcBdr>
          <a:left>
            <a:ln w="12700" cap="flat">
              <a:solidFill>
                <a:srgbClr val="5B5854"/>
              </a:solidFill>
              <a:prstDash val="solid"/>
              <a:miter lim="400000"/>
            </a:ln>
          </a:left>
          <a:right>
            <a:ln w="12700" cap="flat">
              <a:solidFill>
                <a:srgbClr val="5B5854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38100" cap="flat">
              <a:solidFill>
                <a:srgbClr val="5B5854"/>
              </a:solidFill>
              <a:prstDash val="solid"/>
              <a:miter lim="400000"/>
            </a:ln>
          </a:bottom>
          <a:insideH>
            <a:ln w="12700" cap="flat">
              <a:solidFill>
                <a:srgbClr val="5B5854"/>
              </a:solidFill>
              <a:prstDash val="solid"/>
              <a:miter lim="400000"/>
            </a:ln>
          </a:insideH>
          <a:insideV>
            <a:ln w="12700" cap="flat">
              <a:solidFill>
                <a:srgbClr val="5B5854"/>
              </a:solidFill>
              <a:prstDash val="solid"/>
              <a:miter lim="400000"/>
            </a:ln>
          </a:insideV>
        </a:tcBdr>
        <a:fill>
          <a:solidFill>
            <a:srgbClr val="619E5C">
              <a:alpha val="15000"/>
            </a:srgb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venir Next Medium"/>
          <a:ea typeface="Avenir Next Medium"/>
          <a:cs typeface="Avenir Next Medium"/>
        </a:font>
        <a:srgbClr val="5B5854"/>
      </a:tcTxStyle>
      <a:tcStyle>
        <a:tcBdr>
          <a:left>
            <a:ln w="12700" cap="flat">
              <a:solidFill>
                <a:srgbClr val="BDBBB3"/>
              </a:solidFill>
              <a:prstDash val="solid"/>
              <a:miter lim="400000"/>
            </a:ln>
          </a:left>
          <a:right>
            <a:ln w="12700" cap="flat">
              <a:solidFill>
                <a:srgbClr val="BDBBB3"/>
              </a:solidFill>
              <a:prstDash val="solid"/>
              <a:miter lim="400000"/>
            </a:ln>
          </a:right>
          <a:top>
            <a:ln w="12700" cap="flat">
              <a:solidFill>
                <a:srgbClr val="A5A59F"/>
              </a:solidFill>
              <a:prstDash val="solid"/>
              <a:miter lim="400000"/>
            </a:ln>
          </a:top>
          <a:bottom>
            <a:ln w="12700" cap="flat">
              <a:solidFill>
                <a:srgbClr val="A5A59F"/>
              </a:solidFill>
              <a:prstDash val="solid"/>
              <a:miter lim="400000"/>
            </a:ln>
          </a:bottom>
          <a:insideH>
            <a:ln w="12700" cap="flat">
              <a:solidFill>
                <a:srgbClr val="A5A59F"/>
              </a:solidFill>
              <a:prstDash val="solid"/>
              <a:miter lim="400000"/>
            </a:ln>
          </a:insideH>
          <a:insideV>
            <a:ln w="12700" cap="flat">
              <a:solidFill>
                <a:srgbClr val="BDBBB3"/>
              </a:solidFill>
              <a:prstDash val="solid"/>
              <a:miter lim="400000"/>
            </a:ln>
          </a:insideV>
        </a:tcBdr>
        <a:fill>
          <a:solidFill>
            <a:srgbClr val="E7E3D2"/>
          </a:solidFill>
        </a:fill>
      </a:tcStyle>
    </a:wholeTbl>
    <a:band2H>
      <a:tcTxStyle/>
      <a:tcStyle>
        <a:tcBdr/>
        <a:fill>
          <a:solidFill>
            <a:srgbClr val="F6F2E5"/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5B585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A5A59F"/>
              </a:solidFill>
              <a:prstDash val="solid"/>
              <a:miter lim="400000"/>
            </a:ln>
          </a:right>
          <a:top>
            <a:ln w="12700" cap="flat">
              <a:solidFill>
                <a:srgbClr val="A5A59F"/>
              </a:solidFill>
              <a:prstDash val="solid"/>
              <a:miter lim="400000"/>
            </a:ln>
          </a:top>
          <a:bottom>
            <a:ln w="12700" cap="flat">
              <a:solidFill>
                <a:srgbClr val="A5A59F"/>
              </a:solidFill>
              <a:prstDash val="solid"/>
              <a:miter lim="400000"/>
            </a:ln>
          </a:bottom>
          <a:insideH>
            <a:ln w="12700" cap="flat">
              <a:solidFill>
                <a:srgbClr val="A5A59F"/>
              </a:solidFill>
              <a:prstDash val="solid"/>
              <a:miter lim="400000"/>
            </a:ln>
          </a:insideH>
          <a:insideV>
            <a:ln w="12700" cap="flat">
              <a:solidFill>
                <a:srgbClr val="A5A59F"/>
              </a:solidFill>
              <a:prstDash val="solid"/>
              <a:miter lim="400000"/>
            </a:ln>
          </a:insideV>
        </a:tcBdr>
        <a:fill>
          <a:solidFill>
            <a:srgbClr val="D3CDB7"/>
          </a:solidFill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5B5854"/>
      </a:tcTxStyle>
      <a:tcStyle>
        <a:tcBdr>
          <a:left>
            <a:ln w="12700" cap="flat">
              <a:solidFill>
                <a:srgbClr val="A5A59F"/>
              </a:solidFill>
              <a:prstDash val="solid"/>
              <a:miter lim="400000"/>
            </a:ln>
          </a:left>
          <a:right>
            <a:ln w="12700" cap="flat">
              <a:solidFill>
                <a:srgbClr val="A5A59F"/>
              </a:solidFill>
              <a:prstDash val="solid"/>
              <a:miter lim="400000"/>
            </a:ln>
          </a:right>
          <a:top>
            <a:ln w="12700" cap="flat">
              <a:solidFill>
                <a:srgbClr val="A5A59F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A5A59F"/>
              </a:solidFill>
              <a:prstDash val="solid"/>
              <a:miter lim="400000"/>
            </a:ln>
          </a:insideH>
          <a:insideV>
            <a:ln w="12700" cap="flat">
              <a:solidFill>
                <a:srgbClr val="A5A59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solidFill>
                <a:srgbClr val="8E755A"/>
              </a:solidFill>
              <a:prstDash val="solid"/>
              <a:miter lim="400000"/>
            </a:ln>
          </a:left>
          <a:right>
            <a:ln w="12700" cap="flat">
              <a:solidFill>
                <a:srgbClr val="8E755A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A5A59F"/>
              </a:solidFill>
              <a:prstDash val="solid"/>
              <a:miter lim="400000"/>
            </a:ln>
          </a:bottom>
          <a:insideH>
            <a:ln w="12700" cap="flat">
              <a:solidFill>
                <a:srgbClr val="8E755A"/>
              </a:solidFill>
              <a:prstDash val="solid"/>
              <a:miter lim="400000"/>
            </a:ln>
          </a:insideH>
          <a:insideV>
            <a:ln w="12700" cap="flat">
              <a:solidFill>
                <a:srgbClr val="8E755A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EEE7283C-3CF3-47DC-8721-378D4A62B228}" styleName="">
    <a:tblBg/>
    <a:wholeTbl>
      <a:tcTxStyle b="off" i="off">
        <a:font>
          <a:latin typeface="Avenir Next Medium"/>
          <a:ea typeface="Avenir Next Medium"/>
          <a:cs typeface="Avenir Next Medium"/>
        </a:font>
        <a:srgbClr val="5B585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BDBBB3"/>
              </a:solidFill>
              <a:prstDash val="solid"/>
              <a:miter lim="400000"/>
            </a:ln>
          </a:top>
          <a:bottom>
            <a:ln w="12700" cap="flat">
              <a:solidFill>
                <a:srgbClr val="BDBBB3"/>
              </a:solidFill>
              <a:prstDash val="solid"/>
              <a:miter lim="400000"/>
            </a:ln>
          </a:bottom>
          <a:insideH>
            <a:ln w="12700" cap="flat">
              <a:solidFill>
                <a:srgbClr val="BDBBB3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3DA"/>
          </a:solidFill>
        </a:fill>
      </a:tcStyle>
    </a:wholeTbl>
    <a:band2H>
      <a:tcTxStyle/>
      <a:tcStyle>
        <a:tcBdr/>
        <a:fill>
          <a:solidFill>
            <a:srgbClr val="F9F5E8"/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5B5854"/>
      </a:tcTxStyle>
      <a:tcStyle>
        <a:tcBdr>
          <a:left>
            <a:ln w="12700" cap="flat">
              <a:solidFill>
                <a:srgbClr val="A5A59F"/>
              </a:solidFill>
              <a:prstDash val="solid"/>
              <a:miter lim="400000"/>
            </a:ln>
          </a:left>
          <a:right>
            <a:ln w="12700" cap="flat">
              <a:solidFill>
                <a:srgbClr val="A5A59F"/>
              </a:solidFill>
              <a:prstDash val="solid"/>
              <a:miter lim="400000"/>
            </a:ln>
          </a:right>
          <a:top>
            <a:ln w="12700" cap="flat">
              <a:solidFill>
                <a:srgbClr val="A5A59F"/>
              </a:solidFill>
              <a:prstDash val="solid"/>
              <a:miter lim="400000"/>
            </a:ln>
          </a:top>
          <a:bottom>
            <a:ln w="12700" cap="flat">
              <a:solidFill>
                <a:srgbClr val="A5A59F"/>
              </a:solidFill>
              <a:prstDash val="solid"/>
              <a:miter lim="400000"/>
            </a:ln>
          </a:bottom>
          <a:insideH>
            <a:ln w="12700" cap="flat">
              <a:solidFill>
                <a:srgbClr val="A5A59F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D6D5D0"/>
          </a:solidFill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BDBBB3"/>
              </a:solidFill>
              <a:prstDash val="solid"/>
              <a:miter lim="400000"/>
            </a:ln>
          </a:top>
          <a:bottom>
            <a:ln w="12700" cap="flat">
              <a:solidFill>
                <a:srgbClr val="A5A59F"/>
              </a:solidFill>
              <a:prstDash val="solid"/>
              <a:miter lim="400000"/>
            </a:ln>
          </a:bottom>
          <a:insideH>
            <a:ln w="12700" cap="flat">
              <a:solidFill>
                <a:srgbClr val="4D616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A5A59F"/>
              </a:solidFill>
              <a:prstDash val="solid"/>
              <a:miter lim="400000"/>
            </a:ln>
          </a:top>
          <a:bottom>
            <a:ln w="12700" cap="flat">
              <a:solidFill>
                <a:srgbClr val="BDBBB3"/>
              </a:solidFill>
              <a:prstDash val="solid"/>
              <a:miter lim="400000"/>
            </a:ln>
          </a:bottom>
          <a:insideH>
            <a:ln w="12700" cap="flat">
              <a:solidFill>
                <a:srgbClr val="657477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Row>
  </a:tblStyle>
  <a:tblStyle styleId="{CF821DB8-F4EB-4A41-A1BA-3FCAFE7338EE}" styleName="">
    <a:tblBg/>
    <a:wholeTbl>
      <a:tcTxStyle b="off" i="off">
        <a:font>
          <a:latin typeface="Avenir Next Medium"/>
          <a:ea typeface="Avenir Next Medium"/>
          <a:cs typeface="Avenir Next Medium"/>
        </a:font>
        <a:srgbClr val="5B585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AAA6A6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AAA6A6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AAA6A6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FECE2"/>
          </a:solidFill>
        </a:fill>
      </a:tcStyle>
    </a:wholeTbl>
    <a:band2H>
      <a:tcTxStyle/>
      <a:tcStyle>
        <a:tcBdr/>
        <a:fill>
          <a:solidFill>
            <a:srgbClr val="FFFBF1"/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5B5854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A29A85"/>
              </a:solidFill>
              <a:prstDash val="solid"/>
              <a:miter lim="400000"/>
            </a:ln>
          </a:right>
          <a:top>
            <a:ln w="12700" cap="flat">
              <a:solidFill>
                <a:srgbClr val="AAA6A6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AAA6A6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AAA6A6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8E4D8"/>
          </a:solidFill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A29A85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A29A85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A29A85"/>
              </a:solidFill>
              <a:prstDash val="solid"/>
              <a:miter lim="400000"/>
            </a:ln>
          </a:bottom>
          <a:insideH>
            <a:ln w="12700" cap="flat">
              <a:solidFill>
                <a:srgbClr val="A29A85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Row>
  </a:tblStyle>
  <a:tblStyle styleId="{33BA23B1-9221-436E-865A-0063620EA4FD}" styleName="">
    <a:tblBg/>
    <a:wholeTbl>
      <a:tcTxStyle b="off" i="off">
        <a:font>
          <a:latin typeface="Avenir Next Medium"/>
          <a:ea typeface="Avenir Next Medium"/>
          <a:cs typeface="Avenir Next Medium"/>
        </a:font>
        <a:srgbClr val="5B585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D6D2C0">
              <a:alpha val="50000"/>
            </a:srgbClr>
          </a:solidFill>
        </a:fill>
      </a:tcStyle>
    </a:wholeTbl>
    <a:band2H>
      <a:tcTxStyle/>
      <a:tcStyle>
        <a:tcBdr/>
        <a:fill>
          <a:solidFill>
            <a:srgbClr val="E9E7DC"/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5B5854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254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C5BEAA"/>
          </a:solidFill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5B585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D6D2C0">
              <a:alpha val="25000"/>
            </a:srgbClr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254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28C7D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venir Next Medium"/>
          <a:ea typeface="Avenir Next Medium"/>
          <a:cs typeface="Avenir Next Medium"/>
        </a:font>
        <a:srgbClr val="5B5854"/>
      </a:tcTxStyle>
      <a:tcStyle>
        <a:tcBdr>
          <a:left>
            <a:ln w="38100" cap="flat">
              <a:solidFill>
                <a:schemeClr val="accent2">
                  <a:hueOff val="-1122706"/>
                  <a:satOff val="6504"/>
                  <a:lumOff val="15871"/>
                  <a:alpha val="64999"/>
                </a:schemeClr>
              </a:solidFill>
              <a:prstDash val="solid"/>
              <a:miter lim="400000"/>
            </a:ln>
          </a:left>
          <a:right>
            <a:ln w="38100" cap="flat">
              <a:solidFill>
                <a:schemeClr val="accent2">
                  <a:hueOff val="-1122706"/>
                  <a:satOff val="6504"/>
                  <a:lumOff val="15871"/>
                  <a:alpha val="64999"/>
                </a:schemeClr>
              </a:solidFill>
              <a:prstDash val="solid"/>
              <a:miter lim="400000"/>
            </a:ln>
          </a:right>
          <a:top>
            <a:ln w="38100" cap="flat">
              <a:solidFill>
                <a:schemeClr val="accent2">
                  <a:hueOff val="-1122706"/>
                  <a:satOff val="6504"/>
                  <a:lumOff val="15871"/>
                  <a:alpha val="64999"/>
                </a:schemeClr>
              </a:solidFill>
              <a:prstDash val="solid"/>
              <a:miter lim="400000"/>
            </a:ln>
          </a:top>
          <a:bottom>
            <a:ln w="38100" cap="flat">
              <a:solidFill>
                <a:schemeClr val="accent2">
                  <a:hueOff val="-1122706"/>
                  <a:satOff val="6504"/>
                  <a:lumOff val="15871"/>
                  <a:alpha val="64999"/>
                </a:schemeClr>
              </a:solidFill>
              <a:prstDash val="solid"/>
              <a:miter lim="400000"/>
            </a:ln>
          </a:bottom>
          <a:insideH>
            <a:ln w="38100" cap="flat">
              <a:solidFill>
                <a:schemeClr val="accent2">
                  <a:hueOff val="-1122706"/>
                  <a:satOff val="6504"/>
                  <a:lumOff val="15871"/>
                  <a:alpha val="64999"/>
                </a:schemeClr>
              </a:solidFill>
              <a:prstDash val="solid"/>
              <a:miter lim="400000"/>
            </a:ln>
          </a:insideH>
          <a:insideV>
            <a:ln w="38100" cap="flat">
              <a:solidFill>
                <a:schemeClr val="accent2">
                  <a:hueOff val="-1122706"/>
                  <a:satOff val="6504"/>
                  <a:lumOff val="15871"/>
                  <a:alpha val="64999"/>
                </a:schemeClr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chemeClr val="accent2">
              <a:hueOff val="-1122706"/>
              <a:satOff val="6504"/>
              <a:lumOff val="15871"/>
              <a:alpha val="12000"/>
            </a:scheme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5B5854"/>
      </a:tcTxStyle>
      <a:tcStyle>
        <a:tcBdr>
          <a:left>
            <a:ln w="12700" cap="flat">
              <a:noFill/>
              <a:miter lim="400000"/>
            </a:ln>
          </a:left>
          <a:right>
            <a:ln w="50800" cap="flat">
              <a:solidFill>
                <a:schemeClr val="accent5">
                  <a:alpha val="75000"/>
                </a:schemeClr>
              </a:solidFill>
              <a:prstDash val="solid"/>
              <a:miter lim="400000"/>
            </a:ln>
          </a:right>
          <a:top>
            <a:ln w="38100" cap="flat">
              <a:solidFill>
                <a:schemeClr val="accent2">
                  <a:hueOff val="-1122706"/>
                  <a:satOff val="6504"/>
                  <a:lumOff val="15871"/>
                  <a:alpha val="64999"/>
                </a:schemeClr>
              </a:solidFill>
              <a:prstDash val="solid"/>
              <a:miter lim="400000"/>
            </a:ln>
          </a:top>
          <a:bottom>
            <a:ln w="38100" cap="flat">
              <a:solidFill>
                <a:schemeClr val="accent2">
                  <a:hueOff val="-1122706"/>
                  <a:satOff val="6504"/>
                  <a:lumOff val="15871"/>
                  <a:alpha val="64999"/>
                </a:schemeClr>
              </a:solidFill>
              <a:prstDash val="solid"/>
              <a:miter lim="400000"/>
            </a:ln>
          </a:bottom>
          <a:insideH>
            <a:ln w="38100" cap="flat">
              <a:solidFill>
                <a:schemeClr val="accent2">
                  <a:hueOff val="-1122706"/>
                  <a:satOff val="6504"/>
                  <a:lumOff val="15871"/>
                  <a:alpha val="64999"/>
                </a:schemeClr>
              </a:solidFill>
              <a:prstDash val="solid"/>
              <a:miter lim="400000"/>
            </a:ln>
          </a:insideH>
          <a:insideV>
            <a:ln w="38100" cap="flat">
              <a:solidFill>
                <a:schemeClr val="accent2">
                  <a:hueOff val="-1122706"/>
                  <a:satOff val="6504"/>
                  <a:lumOff val="15871"/>
                  <a:alpha val="64999"/>
                </a:schemeClr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5B5854"/>
      </a:tcTxStyle>
      <a:tcStyle>
        <a:tcBdr>
          <a:left>
            <a:ln w="38100" cap="flat">
              <a:solidFill>
                <a:schemeClr val="accent2">
                  <a:hueOff val="-1122706"/>
                  <a:satOff val="6504"/>
                  <a:lumOff val="15871"/>
                  <a:alpha val="64999"/>
                </a:schemeClr>
              </a:solidFill>
              <a:prstDash val="solid"/>
              <a:miter lim="400000"/>
            </a:ln>
          </a:left>
          <a:right>
            <a:ln w="38100" cap="flat">
              <a:solidFill>
                <a:schemeClr val="accent2">
                  <a:hueOff val="-1122706"/>
                  <a:satOff val="6504"/>
                  <a:lumOff val="15871"/>
                  <a:alpha val="64999"/>
                </a:schemeClr>
              </a:solidFill>
              <a:prstDash val="solid"/>
              <a:miter lim="400000"/>
            </a:ln>
          </a:right>
          <a:top>
            <a:ln w="50800" cap="flat">
              <a:solidFill>
                <a:schemeClr val="accent5">
                  <a:alpha val="75000"/>
                </a:schemeClr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38100" cap="flat">
              <a:solidFill>
                <a:schemeClr val="accent2">
                  <a:hueOff val="-1122706"/>
                  <a:satOff val="6504"/>
                  <a:lumOff val="15871"/>
                  <a:alpha val="64999"/>
                </a:schemeClr>
              </a:solidFill>
              <a:prstDash val="solid"/>
              <a:miter lim="400000"/>
            </a:ln>
          </a:insideH>
          <a:insideV>
            <a:ln w="38100" cap="flat">
              <a:solidFill>
                <a:schemeClr val="accent2">
                  <a:hueOff val="-1122706"/>
                  <a:satOff val="6504"/>
                  <a:lumOff val="15871"/>
                  <a:alpha val="64999"/>
                </a:schemeClr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5B5854"/>
      </a:tcTxStyle>
      <a:tcStyle>
        <a:tcBdr>
          <a:left>
            <a:ln w="38100" cap="flat">
              <a:solidFill>
                <a:schemeClr val="accent2">
                  <a:hueOff val="-1122706"/>
                  <a:satOff val="6504"/>
                  <a:lumOff val="15871"/>
                  <a:alpha val="64999"/>
                </a:schemeClr>
              </a:solidFill>
              <a:prstDash val="solid"/>
              <a:miter lim="400000"/>
            </a:ln>
          </a:left>
          <a:right>
            <a:ln w="38100" cap="flat">
              <a:solidFill>
                <a:schemeClr val="accent2">
                  <a:hueOff val="-1122706"/>
                  <a:satOff val="6504"/>
                  <a:lumOff val="15871"/>
                  <a:alpha val="64999"/>
                </a:schemeClr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50800" cap="flat">
              <a:solidFill>
                <a:schemeClr val="accent5">
                  <a:alpha val="75000"/>
                </a:schemeClr>
              </a:solidFill>
              <a:prstDash val="solid"/>
              <a:miter lim="400000"/>
            </a:ln>
          </a:bottom>
          <a:insideH>
            <a:ln w="38100" cap="flat">
              <a:solidFill>
                <a:schemeClr val="accent2">
                  <a:hueOff val="-1122706"/>
                  <a:satOff val="6504"/>
                  <a:lumOff val="15871"/>
                  <a:alpha val="64999"/>
                </a:schemeClr>
              </a:solidFill>
              <a:prstDash val="solid"/>
              <a:miter lim="400000"/>
            </a:ln>
          </a:insideH>
          <a:insideV>
            <a:ln w="38100" cap="flat">
              <a:solidFill>
                <a:schemeClr val="accent2">
                  <a:hueOff val="-1122706"/>
                  <a:satOff val="6504"/>
                  <a:lumOff val="15871"/>
                  <a:alpha val="64999"/>
                </a:schemeClr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9" d="100"/>
          <a:sy n="39" d="100"/>
        </p:scale>
        <p:origin x="88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hape 17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76" name="Shape 17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43597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257300" y="5397500"/>
            <a:ext cx="21869400" cy="5461000"/>
          </a:xfrm>
          <a:prstGeom prst="rect">
            <a:avLst/>
          </a:prstGeom>
        </p:spPr>
        <p:txBody>
          <a:bodyPr/>
          <a:lstStyle>
            <a:lvl1pPr>
              <a:defRPr sz="14900" spc="298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257300" y="2895600"/>
            <a:ext cx="21869400" cy="2501900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0"/>
              </a:spcBef>
              <a:buSzTx/>
              <a:buNone/>
              <a:defRPr sz="7700" cap="all" spc="308">
                <a:solidFill>
                  <a:srgbClr val="FFFFFF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0" indent="0" algn="ctr">
              <a:spcBef>
                <a:spcPts val="0"/>
              </a:spcBef>
              <a:buSzTx/>
              <a:buNone/>
              <a:defRPr sz="7700" cap="all" spc="308">
                <a:solidFill>
                  <a:srgbClr val="FFFFFF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0" indent="0" algn="ctr">
              <a:spcBef>
                <a:spcPts val="0"/>
              </a:spcBef>
              <a:buSzTx/>
              <a:buNone/>
              <a:defRPr sz="7700" cap="all" spc="308">
                <a:solidFill>
                  <a:srgbClr val="FFFFFF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0" indent="0" algn="ctr">
              <a:spcBef>
                <a:spcPts val="0"/>
              </a:spcBef>
              <a:buSzTx/>
              <a:buNone/>
              <a:defRPr sz="7700" cap="all" spc="308">
                <a:solidFill>
                  <a:srgbClr val="FFFFFF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0" indent="0" algn="ctr">
              <a:spcBef>
                <a:spcPts val="0"/>
              </a:spcBef>
              <a:buSzTx/>
              <a:buNone/>
              <a:defRPr sz="7700" cap="all" spc="308">
                <a:solidFill>
                  <a:srgbClr val="FFFFFF"/>
                </a:solidFill>
                <a:latin typeface="+mn-lt"/>
                <a:ea typeface="+mn-ea"/>
                <a:cs typeface="+mn-cs"/>
                <a:sym typeface="Futura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ketch of a cityscape"/>
          <p:cNvSpPr>
            <a:spLocks noGrp="1"/>
          </p:cNvSpPr>
          <p:nvPr>
            <p:ph type="pic" idx="21"/>
          </p:nvPr>
        </p:nvSpPr>
        <p:spPr>
          <a:xfrm>
            <a:off x="800100" y="3962400"/>
            <a:ext cx="22772998" cy="14808393"/>
          </a:xfrm>
          <a:prstGeom prst="rect">
            <a:avLst/>
          </a:prstGeom>
          <a:effectLst>
            <a:outerShdw blurRad="127000" dist="76200" dir="2700000" rotWithShape="0">
              <a:srgbClr val="000000">
                <a:alpha val="75000"/>
              </a:srgb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1257300" y="1663700"/>
            <a:ext cx="21869400" cy="1866900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 sz="10500" spc="209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257300" y="711200"/>
            <a:ext cx="21869400" cy="952500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ClrTx/>
              <a:buSzTx/>
              <a:buNone/>
              <a:defRPr sz="5800" cap="all" spc="116">
                <a:solidFill>
                  <a:srgbClr val="FFFFFF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0" indent="0" algn="ctr">
              <a:spcBef>
                <a:spcPts val="0"/>
              </a:spcBef>
              <a:buClrTx/>
              <a:buSzTx/>
              <a:buNone/>
              <a:defRPr sz="5800" cap="all" spc="116">
                <a:solidFill>
                  <a:srgbClr val="FFFFFF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0" indent="0" algn="ctr">
              <a:spcBef>
                <a:spcPts val="0"/>
              </a:spcBef>
              <a:buClrTx/>
              <a:buSzTx/>
              <a:buNone/>
              <a:defRPr sz="5800" cap="all" spc="116">
                <a:solidFill>
                  <a:srgbClr val="FFFFFF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0" indent="0" algn="ctr">
              <a:spcBef>
                <a:spcPts val="0"/>
              </a:spcBef>
              <a:buClrTx/>
              <a:buSzTx/>
              <a:buNone/>
              <a:defRPr sz="5800" cap="all" spc="116">
                <a:solidFill>
                  <a:srgbClr val="FFFFFF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0" indent="0" algn="ctr">
              <a:spcBef>
                <a:spcPts val="0"/>
              </a:spcBef>
              <a:buClrTx/>
              <a:buSzTx/>
              <a:buNone/>
              <a:defRPr sz="5800" cap="all" spc="116">
                <a:solidFill>
                  <a:srgbClr val="FFFFFF"/>
                </a:solidFill>
                <a:latin typeface="+mn-lt"/>
                <a:ea typeface="+mn-ea"/>
                <a:cs typeface="+mn-cs"/>
                <a:sym typeface="Futura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 Alt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ketch of a cityscape"/>
          <p:cNvSpPr>
            <a:spLocks noGrp="1"/>
          </p:cNvSpPr>
          <p:nvPr>
            <p:ph type="pic" idx="21"/>
          </p:nvPr>
        </p:nvSpPr>
        <p:spPr>
          <a:xfrm>
            <a:off x="1257300" y="3263900"/>
            <a:ext cx="21869402" cy="14220819"/>
          </a:xfrm>
          <a:prstGeom prst="rect">
            <a:avLst/>
          </a:prstGeom>
          <a:effectLst>
            <a:outerShdw blurRad="127000" dist="76200" dir="2700000" rotWithShape="0">
              <a:srgbClr val="000000">
                <a:alpha val="75000"/>
              </a:srgb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1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257300" y="1879600"/>
            <a:ext cx="21869400" cy="723900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SzTx/>
              <a:buNone/>
              <a:defRPr sz="3800" cap="all" spc="342">
                <a:latin typeface="+mn-lt"/>
                <a:ea typeface="+mn-ea"/>
                <a:cs typeface="+mn-cs"/>
                <a:sym typeface="Futura"/>
              </a:defRPr>
            </a:lvl1pPr>
            <a:lvl2pPr marL="0" indent="0" algn="ctr">
              <a:spcBef>
                <a:spcPts val="0"/>
              </a:spcBef>
              <a:buSzTx/>
              <a:buNone/>
              <a:defRPr sz="3800" cap="all" spc="342">
                <a:latin typeface="+mn-lt"/>
                <a:ea typeface="+mn-ea"/>
                <a:cs typeface="+mn-cs"/>
                <a:sym typeface="Futura"/>
              </a:defRPr>
            </a:lvl2pPr>
            <a:lvl3pPr marL="0" indent="0" algn="ctr">
              <a:spcBef>
                <a:spcPts val="0"/>
              </a:spcBef>
              <a:buSzTx/>
              <a:buNone/>
              <a:defRPr sz="3800" cap="all" spc="342">
                <a:latin typeface="+mn-lt"/>
                <a:ea typeface="+mn-ea"/>
                <a:cs typeface="+mn-cs"/>
                <a:sym typeface="Futura"/>
              </a:defRPr>
            </a:lvl3pPr>
            <a:lvl4pPr marL="0" indent="0" algn="ctr">
              <a:spcBef>
                <a:spcPts val="0"/>
              </a:spcBef>
              <a:buSzTx/>
              <a:buNone/>
              <a:defRPr sz="3800" cap="all" spc="342">
                <a:latin typeface="+mn-lt"/>
                <a:ea typeface="+mn-ea"/>
                <a:cs typeface="+mn-cs"/>
                <a:sym typeface="Futura"/>
              </a:defRPr>
            </a:lvl4pPr>
            <a:lvl5pPr marL="0" indent="0" algn="ctr">
              <a:spcBef>
                <a:spcPts val="0"/>
              </a:spcBef>
              <a:buSzTx/>
              <a:buNone/>
              <a:defRPr sz="3800" cap="all" spc="342">
                <a:latin typeface="+mn-lt"/>
                <a:ea typeface="+mn-ea"/>
                <a:cs typeface="+mn-cs"/>
                <a:sym typeface="Futura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re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Text"/>
          <p:cNvSpPr txBox="1">
            <a:spLocks noGrp="1"/>
          </p:cNvSpPr>
          <p:nvPr>
            <p:ph type="title"/>
          </p:nvPr>
        </p:nvSpPr>
        <p:spPr>
          <a:xfrm>
            <a:off x="1257300" y="4343400"/>
            <a:ext cx="21869400" cy="5016500"/>
          </a:xfrm>
          <a:prstGeom prst="rect">
            <a:avLst/>
          </a:prstGeom>
        </p:spPr>
        <p:txBody>
          <a:bodyPr anchor="ctr"/>
          <a:lstStyle>
            <a:lvl1pPr>
              <a:defRPr sz="14900" spc="298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re Alt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1257300" y="4343400"/>
            <a:ext cx="21869400" cy="5016500"/>
          </a:xfrm>
          <a:prstGeom prst="rect">
            <a:avLst/>
          </a:prstGeom>
        </p:spPr>
        <p:txBody>
          <a:bodyPr anchor="ctr"/>
          <a:lstStyle>
            <a:lvl1pPr>
              <a:defRPr sz="14900" spc="298"/>
            </a:lvl1pPr>
          </a:lstStyle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ketch of a building exterior with a balcony"/>
          <p:cNvSpPr>
            <a:spLocks noGrp="1"/>
          </p:cNvSpPr>
          <p:nvPr>
            <p:ph type="pic" idx="21"/>
          </p:nvPr>
        </p:nvSpPr>
        <p:spPr>
          <a:xfrm>
            <a:off x="9287692" y="1473939"/>
            <a:ext cx="14798045" cy="10998201"/>
          </a:xfrm>
          <a:prstGeom prst="rect">
            <a:avLst/>
          </a:prstGeom>
          <a:effectLst>
            <a:outerShdw blurRad="127000" dist="76200" dir="2700000" rotWithShape="0">
              <a:srgbClr val="000000">
                <a:alpha val="75000"/>
              </a:srgb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xfrm>
            <a:off x="1257300" y="5892800"/>
            <a:ext cx="8483600" cy="5029200"/>
          </a:xfrm>
          <a:prstGeom prst="rect">
            <a:avLst/>
          </a:prstGeom>
        </p:spPr>
        <p:txBody>
          <a:bodyPr/>
          <a:lstStyle>
            <a:lvl1pPr algn="l">
              <a:lnSpc>
                <a:spcPct val="80000"/>
              </a:lnSpc>
              <a:defRPr sz="10500" spc="209"/>
            </a:lvl1pPr>
          </a:lstStyle>
          <a:p>
            <a:r>
              <a:t>Title Text</a:t>
            </a:r>
          </a:p>
        </p:txBody>
      </p:sp>
      <p:sp>
        <p:nvSpPr>
          <p:cNvPr id="5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257300" y="4000500"/>
            <a:ext cx="8483600" cy="1905000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buClrTx/>
              <a:buSzTx/>
              <a:buNone/>
              <a:defRPr sz="5800" cap="all" spc="116">
                <a:latin typeface="+mn-lt"/>
                <a:ea typeface="+mn-ea"/>
                <a:cs typeface="+mn-cs"/>
                <a:sym typeface="Futura"/>
              </a:defRPr>
            </a:lvl1pPr>
            <a:lvl2pPr marL="0" indent="0">
              <a:spcBef>
                <a:spcPts val="0"/>
              </a:spcBef>
              <a:buClrTx/>
              <a:buSzTx/>
              <a:buNone/>
              <a:defRPr sz="5800" cap="all" spc="116">
                <a:latin typeface="+mn-lt"/>
                <a:ea typeface="+mn-ea"/>
                <a:cs typeface="+mn-cs"/>
                <a:sym typeface="Futura"/>
              </a:defRPr>
            </a:lvl2pPr>
            <a:lvl3pPr marL="0" indent="0">
              <a:spcBef>
                <a:spcPts val="0"/>
              </a:spcBef>
              <a:buClrTx/>
              <a:buSzTx/>
              <a:buNone/>
              <a:defRPr sz="5800" cap="all" spc="116">
                <a:latin typeface="+mn-lt"/>
                <a:ea typeface="+mn-ea"/>
                <a:cs typeface="+mn-cs"/>
                <a:sym typeface="Futura"/>
              </a:defRPr>
            </a:lvl3pPr>
            <a:lvl4pPr marL="0" indent="0">
              <a:spcBef>
                <a:spcPts val="0"/>
              </a:spcBef>
              <a:buClrTx/>
              <a:buSzTx/>
              <a:buNone/>
              <a:defRPr sz="5800" cap="all" spc="116">
                <a:latin typeface="+mn-lt"/>
                <a:ea typeface="+mn-ea"/>
                <a:cs typeface="+mn-cs"/>
                <a:sym typeface="Futura"/>
              </a:defRPr>
            </a:lvl4pPr>
            <a:lvl5pPr marL="0" indent="0">
              <a:spcBef>
                <a:spcPts val="0"/>
              </a:spcBef>
              <a:buClrTx/>
              <a:buSzTx/>
              <a:buNone/>
              <a:defRPr sz="5800" cap="all" spc="116">
                <a:latin typeface="+mn-lt"/>
                <a:ea typeface="+mn-ea"/>
                <a:cs typeface="+mn-cs"/>
                <a:sym typeface="Futura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donec quis nunc"/>
          <p:cNvSpPr txBox="1">
            <a:spLocks noGrp="1"/>
          </p:cNvSpPr>
          <p:nvPr>
            <p:ph type="body" sz="quarter" idx="21"/>
          </p:nvPr>
        </p:nvSpPr>
        <p:spPr>
          <a:xfrm>
            <a:off x="1257300" y="1879600"/>
            <a:ext cx="21869400" cy="7239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None/>
              <a:defRPr sz="3800" cap="all" spc="342">
                <a:latin typeface="+mn-lt"/>
                <a:ea typeface="+mn-ea"/>
                <a:cs typeface="+mn-cs"/>
                <a:sym typeface="Futura"/>
              </a:defRPr>
            </a:lvl1pPr>
          </a:lstStyle>
          <a:p>
            <a:r>
              <a:t>donec quis nunc</a:t>
            </a:r>
          </a:p>
        </p:txBody>
      </p:sp>
      <p:sp>
        <p:nvSpPr>
          <p:cNvPr id="6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donec quis nunc"/>
          <p:cNvSpPr txBox="1">
            <a:spLocks noGrp="1"/>
          </p:cNvSpPr>
          <p:nvPr>
            <p:ph type="body" sz="quarter" idx="21"/>
          </p:nvPr>
        </p:nvSpPr>
        <p:spPr>
          <a:xfrm>
            <a:off x="1257300" y="1879600"/>
            <a:ext cx="21869400" cy="7239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None/>
              <a:defRPr sz="3800" cap="all" spc="342">
                <a:latin typeface="+mn-lt"/>
                <a:ea typeface="+mn-ea"/>
                <a:cs typeface="+mn-cs"/>
                <a:sym typeface="Futura"/>
              </a:defRPr>
            </a:lvl1pPr>
          </a:lstStyle>
          <a:p>
            <a:r>
              <a:t>donec quis nunc</a:t>
            </a:r>
          </a:p>
        </p:txBody>
      </p:sp>
      <p:sp>
        <p:nvSpPr>
          <p:cNvPr id="7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7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2392" y="12983939"/>
            <a:ext cx="479216" cy="49892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ketch of a building exterior with a balcony"/>
          <p:cNvSpPr>
            <a:spLocks noGrp="1"/>
          </p:cNvSpPr>
          <p:nvPr>
            <p:ph type="pic" sz="half" idx="21"/>
          </p:nvPr>
        </p:nvSpPr>
        <p:spPr>
          <a:xfrm>
            <a:off x="10477500" y="3124200"/>
            <a:ext cx="12623801" cy="9382260"/>
          </a:xfrm>
          <a:prstGeom prst="rect">
            <a:avLst/>
          </a:prstGeom>
          <a:effectLst>
            <a:outerShdw blurRad="127000" dist="76200" dir="2700000" rotWithShape="0">
              <a:srgbClr val="000000">
                <a:alpha val="75000"/>
              </a:srgb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6" name="Lorem ipsum"/>
          <p:cNvSpPr txBox="1">
            <a:spLocks noGrp="1"/>
          </p:cNvSpPr>
          <p:nvPr>
            <p:ph type="body" sz="quarter" idx="22"/>
          </p:nvPr>
        </p:nvSpPr>
        <p:spPr>
          <a:xfrm>
            <a:off x="1257300" y="1879600"/>
            <a:ext cx="21869400" cy="7239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None/>
              <a:defRPr sz="3800" cap="all" spc="342">
                <a:latin typeface="+mn-lt"/>
                <a:ea typeface="+mn-ea"/>
                <a:cs typeface="+mn-cs"/>
                <a:sym typeface="Futura"/>
              </a:defRPr>
            </a:lvl1pPr>
          </a:lstStyle>
          <a:p>
            <a:r>
              <a:t>Lorem ipsum</a:t>
            </a:r>
          </a:p>
        </p:txBody>
      </p:sp>
      <p:sp>
        <p:nvSpPr>
          <p:cNvPr id="8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88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257300" y="3632200"/>
            <a:ext cx="8382000" cy="8470900"/>
          </a:xfrm>
          <a:prstGeom prst="rect">
            <a:avLst/>
          </a:prstGeom>
        </p:spPr>
        <p:txBody>
          <a:bodyPr/>
          <a:lstStyle>
            <a:lvl1pPr>
              <a:spcBef>
                <a:spcPts val="4000"/>
              </a:spcBef>
              <a:defRPr sz="3500" spc="70"/>
            </a:lvl1pPr>
            <a:lvl2pPr>
              <a:spcBef>
                <a:spcPts val="4000"/>
              </a:spcBef>
              <a:defRPr sz="3500" spc="70"/>
            </a:lvl2pPr>
            <a:lvl3pPr>
              <a:spcBef>
                <a:spcPts val="4000"/>
              </a:spcBef>
              <a:defRPr sz="3500" spc="70"/>
            </a:lvl3pPr>
            <a:lvl4pPr>
              <a:spcBef>
                <a:spcPts val="4000"/>
              </a:spcBef>
              <a:defRPr sz="3500" spc="70"/>
            </a:lvl4pPr>
            <a:lvl5pPr>
              <a:spcBef>
                <a:spcPts val="4000"/>
              </a:spcBef>
              <a:defRPr sz="3500" spc="7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2392" y="12983939"/>
            <a:ext cx="479216" cy="49892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Small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Lorem ipsum"/>
          <p:cNvSpPr txBox="1">
            <a:spLocks noGrp="1"/>
          </p:cNvSpPr>
          <p:nvPr>
            <p:ph type="body" sz="quarter" idx="21"/>
          </p:nvPr>
        </p:nvSpPr>
        <p:spPr>
          <a:xfrm>
            <a:off x="1257300" y="1879600"/>
            <a:ext cx="21869400" cy="7239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None/>
              <a:defRPr sz="3800" cap="all" spc="342">
                <a:latin typeface="+mn-lt"/>
                <a:ea typeface="+mn-ea"/>
                <a:cs typeface="+mn-cs"/>
                <a:sym typeface="Futura"/>
              </a:defRPr>
            </a:lvl1pPr>
          </a:lstStyle>
          <a:p>
            <a:r>
              <a:t>Lorem ipsum</a:t>
            </a:r>
          </a:p>
        </p:txBody>
      </p:sp>
      <p:sp>
        <p:nvSpPr>
          <p:cNvPr id="9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98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257300" y="3632200"/>
            <a:ext cx="8382000" cy="8470900"/>
          </a:xfrm>
          <a:prstGeom prst="rect">
            <a:avLst/>
          </a:prstGeom>
        </p:spPr>
        <p:txBody>
          <a:bodyPr/>
          <a:lstStyle>
            <a:lvl1pPr>
              <a:spcBef>
                <a:spcPts val="4000"/>
              </a:spcBef>
              <a:defRPr sz="3500" spc="70"/>
            </a:lvl1pPr>
            <a:lvl2pPr>
              <a:spcBef>
                <a:spcPts val="4000"/>
              </a:spcBef>
              <a:defRPr sz="3500" spc="70"/>
            </a:lvl2pPr>
            <a:lvl3pPr>
              <a:spcBef>
                <a:spcPts val="4000"/>
              </a:spcBef>
              <a:defRPr sz="3500" spc="70"/>
            </a:lvl3pPr>
            <a:lvl4pPr>
              <a:spcBef>
                <a:spcPts val="4000"/>
              </a:spcBef>
              <a:defRPr sz="3500" spc="70"/>
            </a:lvl4pPr>
            <a:lvl5pPr>
              <a:spcBef>
                <a:spcPts val="4000"/>
              </a:spcBef>
              <a:defRPr sz="3500" spc="7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2392" y="12983939"/>
            <a:ext cx="479216" cy="49892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Large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Lorem ipsum"/>
          <p:cNvSpPr txBox="1">
            <a:spLocks noGrp="1"/>
          </p:cNvSpPr>
          <p:nvPr>
            <p:ph type="body" sz="quarter" idx="21"/>
          </p:nvPr>
        </p:nvSpPr>
        <p:spPr>
          <a:xfrm>
            <a:off x="1257300" y="1879600"/>
            <a:ext cx="21869400" cy="7239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None/>
              <a:defRPr sz="3800" cap="all" spc="342">
                <a:latin typeface="+mn-lt"/>
                <a:ea typeface="+mn-ea"/>
                <a:cs typeface="+mn-cs"/>
                <a:sym typeface="Futura"/>
              </a:defRPr>
            </a:lvl1pPr>
          </a:lstStyle>
          <a:p>
            <a:r>
              <a:t>Lorem ipsum</a:t>
            </a:r>
          </a:p>
        </p:txBody>
      </p:sp>
      <p:sp>
        <p:nvSpPr>
          <p:cNvPr id="10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08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257300" y="3632200"/>
            <a:ext cx="8382000" cy="8470900"/>
          </a:xfrm>
          <a:prstGeom prst="rect">
            <a:avLst/>
          </a:prstGeom>
        </p:spPr>
        <p:txBody>
          <a:bodyPr/>
          <a:lstStyle>
            <a:lvl1pPr>
              <a:spcBef>
                <a:spcPts val="4000"/>
              </a:spcBef>
              <a:defRPr sz="3500" spc="70"/>
            </a:lvl1pPr>
            <a:lvl2pPr>
              <a:spcBef>
                <a:spcPts val="4000"/>
              </a:spcBef>
              <a:defRPr sz="3500" spc="70"/>
            </a:lvl2pPr>
            <a:lvl3pPr>
              <a:spcBef>
                <a:spcPts val="4000"/>
              </a:spcBef>
              <a:defRPr sz="3500" spc="70"/>
            </a:lvl3pPr>
            <a:lvl4pPr>
              <a:spcBef>
                <a:spcPts val="4000"/>
              </a:spcBef>
              <a:defRPr sz="3500" spc="70"/>
            </a:lvl4pPr>
            <a:lvl5pPr>
              <a:spcBef>
                <a:spcPts val="4000"/>
              </a:spcBef>
              <a:defRPr sz="3500" spc="7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2392" y="12983939"/>
            <a:ext cx="479216" cy="49892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Body Level One…"/>
          <p:cNvSpPr txBox="1">
            <a:spLocks noGrp="1"/>
          </p:cNvSpPr>
          <p:nvPr>
            <p:ph type="body" idx="1"/>
          </p:nvPr>
        </p:nvSpPr>
        <p:spPr>
          <a:xfrm>
            <a:off x="1257300" y="1854200"/>
            <a:ext cx="21869400" cy="10502900"/>
          </a:xfrm>
          <a:prstGeom prst="rect">
            <a:avLst/>
          </a:prstGeom>
        </p:spPr>
        <p:txBody>
          <a:bodyPr anchor="ctr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2392" y="12983939"/>
            <a:ext cx="479216" cy="49892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ketch of a cityscape"/>
          <p:cNvSpPr>
            <a:spLocks noGrp="1"/>
          </p:cNvSpPr>
          <p:nvPr>
            <p:ph type="pic" sz="half" idx="21"/>
          </p:nvPr>
        </p:nvSpPr>
        <p:spPr>
          <a:xfrm>
            <a:off x="12344400" y="7213475"/>
            <a:ext cx="10807966" cy="7028000"/>
          </a:xfrm>
          <a:prstGeom prst="rect">
            <a:avLst/>
          </a:prstGeom>
          <a:effectLst>
            <a:outerShdw blurRad="127000" dist="76200" dir="2700000" rotWithShape="0">
              <a:srgbClr val="000000">
                <a:alpha val="75000"/>
              </a:srgb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5" name="Modern architecture sketch"/>
          <p:cNvSpPr>
            <a:spLocks noGrp="1"/>
          </p:cNvSpPr>
          <p:nvPr>
            <p:ph type="pic" sz="half" idx="22"/>
          </p:nvPr>
        </p:nvSpPr>
        <p:spPr>
          <a:xfrm>
            <a:off x="12358081" y="833053"/>
            <a:ext cx="10758605" cy="6286501"/>
          </a:xfrm>
          <a:prstGeom prst="rect">
            <a:avLst/>
          </a:prstGeom>
          <a:effectLst>
            <a:outerShdw blurRad="127000" dist="76200" dir="2700000" rotWithShape="0">
              <a:srgbClr val="000000">
                <a:alpha val="75000"/>
              </a:srgb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6" name="Sketch of a building exterior with a balcony"/>
          <p:cNvSpPr>
            <a:spLocks noGrp="1"/>
          </p:cNvSpPr>
          <p:nvPr>
            <p:ph type="pic" sz="half" idx="23"/>
          </p:nvPr>
        </p:nvSpPr>
        <p:spPr>
          <a:xfrm>
            <a:off x="1251011" y="1524000"/>
            <a:ext cx="10782301" cy="10952100"/>
          </a:xfrm>
          <a:prstGeom prst="rect">
            <a:avLst/>
          </a:prstGeom>
          <a:effectLst>
            <a:outerShdw blurRad="127000" dist="76200" dir="2700000" rotWithShape="0">
              <a:srgbClr val="000000">
                <a:alpha val="75000"/>
              </a:srgb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2392" y="12983939"/>
            <a:ext cx="479216" cy="49892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2 Up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ketch of a building exterior with a balcony"/>
          <p:cNvSpPr>
            <a:spLocks noGrp="1"/>
          </p:cNvSpPr>
          <p:nvPr>
            <p:ph type="pic" sz="half" idx="21"/>
          </p:nvPr>
        </p:nvSpPr>
        <p:spPr>
          <a:xfrm>
            <a:off x="12314767" y="1429600"/>
            <a:ext cx="10833102" cy="11003701"/>
          </a:xfrm>
          <a:prstGeom prst="rect">
            <a:avLst/>
          </a:prstGeom>
          <a:effectLst>
            <a:outerShdw blurRad="127000" dist="76200" dir="2700000" rotWithShape="0">
              <a:srgbClr val="000000">
                <a:alpha val="75000"/>
              </a:srgb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5" name="Sketch of long entryway to a building under a sloped awning"/>
          <p:cNvSpPr>
            <a:spLocks noGrp="1"/>
          </p:cNvSpPr>
          <p:nvPr>
            <p:ph type="pic" sz="half" idx="22"/>
          </p:nvPr>
        </p:nvSpPr>
        <p:spPr>
          <a:xfrm>
            <a:off x="1078993" y="1497954"/>
            <a:ext cx="10998201" cy="11015266"/>
          </a:xfrm>
          <a:prstGeom prst="rect">
            <a:avLst/>
          </a:prstGeom>
          <a:effectLst>
            <a:outerShdw blurRad="127000" dist="76200" dir="2700000" rotWithShape="0">
              <a:srgbClr val="000000">
                <a:alpha val="75000"/>
              </a:srgb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2392" y="12983939"/>
            <a:ext cx="479216" cy="49892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”"/>
          <p:cNvSpPr txBox="1">
            <a:spLocks noGrp="1"/>
          </p:cNvSpPr>
          <p:nvPr>
            <p:ph type="body" sz="quarter" idx="21"/>
          </p:nvPr>
        </p:nvSpPr>
        <p:spPr>
          <a:xfrm>
            <a:off x="11470640" y="9931400"/>
            <a:ext cx="1444779" cy="2705100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None/>
              <a:defRPr sz="18000" spc="360">
                <a:latin typeface="Baskerville SemiBold"/>
                <a:ea typeface="Baskerville SemiBold"/>
                <a:cs typeface="Baskerville SemiBold"/>
                <a:sym typeface="Baskerville SemiBold"/>
              </a:defRPr>
            </a:lvl1pPr>
          </a:lstStyle>
          <a:p>
            <a:r>
              <a:t>”</a:t>
            </a:r>
          </a:p>
        </p:txBody>
      </p:sp>
      <p:sp>
        <p:nvSpPr>
          <p:cNvPr id="144" name="“"/>
          <p:cNvSpPr txBox="1">
            <a:spLocks noGrp="1"/>
          </p:cNvSpPr>
          <p:nvPr>
            <p:ph type="body" sz="quarter" idx="22"/>
          </p:nvPr>
        </p:nvSpPr>
        <p:spPr>
          <a:xfrm>
            <a:off x="11470640" y="2514600"/>
            <a:ext cx="1444779" cy="2705100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None/>
              <a:defRPr sz="18000" spc="360">
                <a:latin typeface="Baskerville SemiBold"/>
                <a:ea typeface="Baskerville SemiBold"/>
                <a:cs typeface="Baskerville SemiBold"/>
                <a:sym typeface="Baskerville SemiBold"/>
              </a:defRPr>
            </a:lvl1pPr>
          </a:lstStyle>
          <a:p>
            <a:r>
              <a:t>“</a:t>
            </a:r>
          </a:p>
        </p:txBody>
      </p:sp>
      <p:sp>
        <p:nvSpPr>
          <p:cNvPr id="145" name="— Johnny Appleseed"/>
          <p:cNvSpPr txBox="1">
            <a:spLocks noGrp="1"/>
          </p:cNvSpPr>
          <p:nvPr>
            <p:ph type="body" sz="quarter" idx="23"/>
          </p:nvPr>
        </p:nvSpPr>
        <p:spPr>
          <a:xfrm>
            <a:off x="1257300" y="9118600"/>
            <a:ext cx="21869400" cy="762000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None/>
              <a:defRPr sz="3800" i="1" spc="76">
                <a:solidFill>
                  <a:schemeClr val="accent5">
                    <a:satOff val="-10854"/>
                    <a:lumOff val="-10463"/>
                  </a:schemeClr>
                </a:solidFill>
              </a:defRPr>
            </a:lvl1pPr>
          </a:lstStyle>
          <a:p>
            <a:r>
              <a:t>— Johnny Appleseed</a:t>
            </a:r>
          </a:p>
        </p:txBody>
      </p:sp>
      <p:sp>
        <p:nvSpPr>
          <p:cNvPr id="146" name="Type a quote here."/>
          <p:cNvSpPr txBox="1">
            <a:spLocks noGrp="1"/>
          </p:cNvSpPr>
          <p:nvPr>
            <p:ph type="body" sz="quarter" idx="24"/>
          </p:nvPr>
        </p:nvSpPr>
        <p:spPr>
          <a:xfrm>
            <a:off x="1257300" y="7518400"/>
            <a:ext cx="21869400" cy="1447800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algn="ctr">
              <a:spcBef>
                <a:spcPts val="500"/>
              </a:spcBef>
              <a:buClrTx/>
              <a:buSzTx/>
              <a:buNone/>
              <a:defRPr sz="8200" cap="all" spc="656">
                <a:latin typeface="+mn-lt"/>
                <a:ea typeface="+mn-ea"/>
                <a:cs typeface="+mn-cs"/>
                <a:sym typeface="Futura"/>
              </a:defRPr>
            </a:lvl1pPr>
          </a:lstStyle>
          <a:p>
            <a:r>
              <a:t>Type a quote here.</a:t>
            </a:r>
          </a:p>
        </p:txBody>
      </p:sp>
      <p:sp>
        <p:nvSpPr>
          <p:cNvPr id="1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2392" y="12983939"/>
            <a:ext cx="479216" cy="49892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ketch of a cityscape"/>
          <p:cNvSpPr>
            <a:spLocks noGrp="1"/>
          </p:cNvSpPr>
          <p:nvPr>
            <p:ph type="pic" idx="21"/>
          </p:nvPr>
        </p:nvSpPr>
        <p:spPr>
          <a:xfrm>
            <a:off x="0" y="0"/>
            <a:ext cx="24384000" cy="1585596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2392" y="12983939"/>
            <a:ext cx="479216" cy="49892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Alt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2392" y="12983939"/>
            <a:ext cx="479216" cy="49892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0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1257300" y="825500"/>
            <a:ext cx="21869400" cy="1054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257300" y="3352800"/>
            <a:ext cx="21869400" cy="906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2392" y="12971239"/>
            <a:ext cx="479216" cy="49892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ctr">
              <a:spcBef>
                <a:spcPts val="0"/>
              </a:spcBef>
              <a:defRPr sz="2400" cap="all" spc="48">
                <a:solidFill>
                  <a:srgbClr val="9A958E"/>
                </a:solidFill>
                <a:latin typeface="+mn-lt"/>
                <a:ea typeface="+mn-ea"/>
                <a:cs typeface="+mn-cs"/>
                <a:sym typeface="Futura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ransition spd="med"/>
  <p:txStyles>
    <p:titleStyle>
      <a:lvl1pPr marL="0" marR="0" indent="0" algn="ctr" defTabSz="6477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all" spc="116" baseline="0">
          <a:solidFill>
            <a:srgbClr val="5B5854"/>
          </a:solidFill>
          <a:uFillTx/>
          <a:latin typeface="+mn-lt"/>
          <a:ea typeface="+mn-ea"/>
          <a:cs typeface="+mn-cs"/>
          <a:sym typeface="Futura"/>
        </a:defRPr>
      </a:lvl1pPr>
      <a:lvl2pPr marL="0" marR="0" indent="342900" algn="ctr" defTabSz="6477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all" spc="116" baseline="0">
          <a:solidFill>
            <a:srgbClr val="5B5854"/>
          </a:solidFill>
          <a:uFillTx/>
          <a:latin typeface="+mn-lt"/>
          <a:ea typeface="+mn-ea"/>
          <a:cs typeface="+mn-cs"/>
          <a:sym typeface="Futura"/>
        </a:defRPr>
      </a:lvl2pPr>
      <a:lvl3pPr marL="0" marR="0" indent="685800" algn="ctr" defTabSz="6477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all" spc="116" baseline="0">
          <a:solidFill>
            <a:srgbClr val="5B5854"/>
          </a:solidFill>
          <a:uFillTx/>
          <a:latin typeface="+mn-lt"/>
          <a:ea typeface="+mn-ea"/>
          <a:cs typeface="+mn-cs"/>
          <a:sym typeface="Futura"/>
        </a:defRPr>
      </a:lvl3pPr>
      <a:lvl4pPr marL="0" marR="0" indent="1028700" algn="ctr" defTabSz="6477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all" spc="116" baseline="0">
          <a:solidFill>
            <a:srgbClr val="5B5854"/>
          </a:solidFill>
          <a:uFillTx/>
          <a:latin typeface="+mn-lt"/>
          <a:ea typeface="+mn-ea"/>
          <a:cs typeface="+mn-cs"/>
          <a:sym typeface="Futura"/>
        </a:defRPr>
      </a:lvl4pPr>
      <a:lvl5pPr marL="0" marR="0" indent="1371600" algn="ctr" defTabSz="6477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all" spc="116" baseline="0">
          <a:solidFill>
            <a:srgbClr val="5B5854"/>
          </a:solidFill>
          <a:uFillTx/>
          <a:latin typeface="+mn-lt"/>
          <a:ea typeface="+mn-ea"/>
          <a:cs typeface="+mn-cs"/>
          <a:sym typeface="Futura"/>
        </a:defRPr>
      </a:lvl5pPr>
      <a:lvl6pPr marL="0" marR="0" indent="1714500" algn="ctr" defTabSz="6477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all" spc="116" baseline="0">
          <a:solidFill>
            <a:srgbClr val="5B5854"/>
          </a:solidFill>
          <a:uFillTx/>
          <a:latin typeface="+mn-lt"/>
          <a:ea typeface="+mn-ea"/>
          <a:cs typeface="+mn-cs"/>
          <a:sym typeface="Futura"/>
        </a:defRPr>
      </a:lvl6pPr>
      <a:lvl7pPr marL="0" marR="0" indent="2057400" algn="ctr" defTabSz="6477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all" spc="116" baseline="0">
          <a:solidFill>
            <a:srgbClr val="5B5854"/>
          </a:solidFill>
          <a:uFillTx/>
          <a:latin typeface="+mn-lt"/>
          <a:ea typeface="+mn-ea"/>
          <a:cs typeface="+mn-cs"/>
          <a:sym typeface="Futura"/>
        </a:defRPr>
      </a:lvl7pPr>
      <a:lvl8pPr marL="0" marR="0" indent="2400300" algn="ctr" defTabSz="6477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all" spc="116" baseline="0">
          <a:solidFill>
            <a:srgbClr val="5B5854"/>
          </a:solidFill>
          <a:uFillTx/>
          <a:latin typeface="+mn-lt"/>
          <a:ea typeface="+mn-ea"/>
          <a:cs typeface="+mn-cs"/>
          <a:sym typeface="Futura"/>
        </a:defRPr>
      </a:lvl8pPr>
      <a:lvl9pPr marL="0" marR="0" indent="2743200" algn="ctr" defTabSz="6477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all" spc="116" baseline="0">
          <a:solidFill>
            <a:srgbClr val="5B5854"/>
          </a:solidFill>
          <a:uFillTx/>
          <a:latin typeface="+mn-lt"/>
          <a:ea typeface="+mn-ea"/>
          <a:cs typeface="+mn-cs"/>
          <a:sym typeface="Futura"/>
        </a:defRPr>
      </a:lvl9pPr>
    </p:titleStyle>
    <p:bodyStyle>
      <a:lvl1pPr marL="508000" marR="0" indent="-508000" algn="l" defTabSz="647700" rtl="0" latinLnBrk="0">
        <a:lnSpc>
          <a:spcPct val="100000"/>
        </a:lnSpc>
        <a:spcBef>
          <a:spcPts val="4800"/>
        </a:spcBef>
        <a:spcAft>
          <a:spcPts val="0"/>
        </a:spcAft>
        <a:buClr>
          <a:srgbClr val="9A958E"/>
        </a:buClr>
        <a:buSzPct val="75000"/>
        <a:buFontTx/>
        <a:buChar char="•"/>
        <a:tabLst/>
        <a:defRPr sz="4200" b="0" i="0" u="none" strike="noStrike" cap="none" spc="84" baseline="0">
          <a:solidFill>
            <a:srgbClr val="5B5854"/>
          </a:solidFill>
          <a:uFillTx/>
          <a:latin typeface="Avenir Medium"/>
          <a:ea typeface="Avenir Medium"/>
          <a:cs typeface="Avenir Medium"/>
          <a:sym typeface="Avenir Medium"/>
        </a:defRPr>
      </a:lvl1pPr>
      <a:lvl2pPr marL="1016000" marR="0" indent="-508000" algn="l" defTabSz="647700" rtl="0" latinLnBrk="0">
        <a:lnSpc>
          <a:spcPct val="100000"/>
        </a:lnSpc>
        <a:spcBef>
          <a:spcPts val="4800"/>
        </a:spcBef>
        <a:spcAft>
          <a:spcPts val="0"/>
        </a:spcAft>
        <a:buClr>
          <a:srgbClr val="9A958E"/>
        </a:buClr>
        <a:buSzPct val="75000"/>
        <a:buFontTx/>
        <a:buChar char="•"/>
        <a:tabLst/>
        <a:defRPr sz="4200" b="0" i="0" u="none" strike="noStrike" cap="none" spc="84" baseline="0">
          <a:solidFill>
            <a:srgbClr val="5B5854"/>
          </a:solidFill>
          <a:uFillTx/>
          <a:latin typeface="Avenir Medium"/>
          <a:ea typeface="Avenir Medium"/>
          <a:cs typeface="Avenir Medium"/>
          <a:sym typeface="Avenir Medium"/>
        </a:defRPr>
      </a:lvl2pPr>
      <a:lvl3pPr marL="1524000" marR="0" indent="-508000" algn="l" defTabSz="647700" rtl="0" latinLnBrk="0">
        <a:lnSpc>
          <a:spcPct val="100000"/>
        </a:lnSpc>
        <a:spcBef>
          <a:spcPts val="4800"/>
        </a:spcBef>
        <a:spcAft>
          <a:spcPts val="0"/>
        </a:spcAft>
        <a:buClr>
          <a:srgbClr val="9A958E"/>
        </a:buClr>
        <a:buSzPct val="75000"/>
        <a:buFontTx/>
        <a:buChar char="•"/>
        <a:tabLst/>
        <a:defRPr sz="4200" b="0" i="0" u="none" strike="noStrike" cap="none" spc="84" baseline="0">
          <a:solidFill>
            <a:srgbClr val="5B5854"/>
          </a:solidFill>
          <a:uFillTx/>
          <a:latin typeface="Avenir Medium"/>
          <a:ea typeface="Avenir Medium"/>
          <a:cs typeface="Avenir Medium"/>
          <a:sym typeface="Avenir Medium"/>
        </a:defRPr>
      </a:lvl3pPr>
      <a:lvl4pPr marL="2032000" marR="0" indent="-508000" algn="l" defTabSz="647700" rtl="0" latinLnBrk="0">
        <a:lnSpc>
          <a:spcPct val="100000"/>
        </a:lnSpc>
        <a:spcBef>
          <a:spcPts val="4800"/>
        </a:spcBef>
        <a:spcAft>
          <a:spcPts val="0"/>
        </a:spcAft>
        <a:buClr>
          <a:srgbClr val="9A958E"/>
        </a:buClr>
        <a:buSzPct val="75000"/>
        <a:buFontTx/>
        <a:buChar char="•"/>
        <a:tabLst/>
        <a:defRPr sz="4200" b="0" i="0" u="none" strike="noStrike" cap="none" spc="84" baseline="0">
          <a:solidFill>
            <a:srgbClr val="5B5854"/>
          </a:solidFill>
          <a:uFillTx/>
          <a:latin typeface="Avenir Medium"/>
          <a:ea typeface="Avenir Medium"/>
          <a:cs typeface="Avenir Medium"/>
          <a:sym typeface="Avenir Medium"/>
        </a:defRPr>
      </a:lvl4pPr>
      <a:lvl5pPr marL="2540000" marR="0" indent="-508000" algn="l" defTabSz="647700" rtl="0" latinLnBrk="0">
        <a:lnSpc>
          <a:spcPct val="100000"/>
        </a:lnSpc>
        <a:spcBef>
          <a:spcPts val="4800"/>
        </a:spcBef>
        <a:spcAft>
          <a:spcPts val="0"/>
        </a:spcAft>
        <a:buClr>
          <a:srgbClr val="9A958E"/>
        </a:buClr>
        <a:buSzPct val="75000"/>
        <a:buFontTx/>
        <a:buChar char="•"/>
        <a:tabLst/>
        <a:defRPr sz="4200" b="0" i="0" u="none" strike="noStrike" cap="none" spc="84" baseline="0">
          <a:solidFill>
            <a:srgbClr val="5B5854"/>
          </a:solidFill>
          <a:uFillTx/>
          <a:latin typeface="Avenir Medium"/>
          <a:ea typeface="Avenir Medium"/>
          <a:cs typeface="Avenir Medium"/>
          <a:sym typeface="Avenir Medium"/>
        </a:defRPr>
      </a:lvl5pPr>
      <a:lvl6pPr marL="3048000" marR="0" indent="-508000" algn="l" defTabSz="647700" rtl="0" latinLnBrk="0">
        <a:lnSpc>
          <a:spcPct val="100000"/>
        </a:lnSpc>
        <a:spcBef>
          <a:spcPts val="4800"/>
        </a:spcBef>
        <a:spcAft>
          <a:spcPts val="0"/>
        </a:spcAft>
        <a:buClr>
          <a:srgbClr val="9A958E"/>
        </a:buClr>
        <a:buSzPct val="75000"/>
        <a:buFontTx/>
        <a:buChar char="•"/>
        <a:tabLst/>
        <a:defRPr sz="4200" b="0" i="0" u="none" strike="noStrike" cap="none" spc="84" baseline="0">
          <a:solidFill>
            <a:srgbClr val="5B5854"/>
          </a:solidFill>
          <a:uFillTx/>
          <a:latin typeface="Avenir Medium"/>
          <a:ea typeface="Avenir Medium"/>
          <a:cs typeface="Avenir Medium"/>
          <a:sym typeface="Avenir Medium"/>
        </a:defRPr>
      </a:lvl6pPr>
      <a:lvl7pPr marL="3556000" marR="0" indent="-508000" algn="l" defTabSz="647700" rtl="0" latinLnBrk="0">
        <a:lnSpc>
          <a:spcPct val="100000"/>
        </a:lnSpc>
        <a:spcBef>
          <a:spcPts val="4800"/>
        </a:spcBef>
        <a:spcAft>
          <a:spcPts val="0"/>
        </a:spcAft>
        <a:buClr>
          <a:srgbClr val="9A958E"/>
        </a:buClr>
        <a:buSzPct val="75000"/>
        <a:buFontTx/>
        <a:buChar char="•"/>
        <a:tabLst/>
        <a:defRPr sz="4200" b="0" i="0" u="none" strike="noStrike" cap="none" spc="84" baseline="0">
          <a:solidFill>
            <a:srgbClr val="5B5854"/>
          </a:solidFill>
          <a:uFillTx/>
          <a:latin typeface="Avenir Medium"/>
          <a:ea typeface="Avenir Medium"/>
          <a:cs typeface="Avenir Medium"/>
          <a:sym typeface="Avenir Medium"/>
        </a:defRPr>
      </a:lvl7pPr>
      <a:lvl8pPr marL="4064000" marR="0" indent="-508000" algn="l" defTabSz="647700" rtl="0" latinLnBrk="0">
        <a:lnSpc>
          <a:spcPct val="100000"/>
        </a:lnSpc>
        <a:spcBef>
          <a:spcPts val="4800"/>
        </a:spcBef>
        <a:spcAft>
          <a:spcPts val="0"/>
        </a:spcAft>
        <a:buClr>
          <a:srgbClr val="9A958E"/>
        </a:buClr>
        <a:buSzPct val="75000"/>
        <a:buFontTx/>
        <a:buChar char="•"/>
        <a:tabLst/>
        <a:defRPr sz="4200" b="0" i="0" u="none" strike="noStrike" cap="none" spc="84" baseline="0">
          <a:solidFill>
            <a:srgbClr val="5B5854"/>
          </a:solidFill>
          <a:uFillTx/>
          <a:latin typeface="Avenir Medium"/>
          <a:ea typeface="Avenir Medium"/>
          <a:cs typeface="Avenir Medium"/>
          <a:sym typeface="Avenir Medium"/>
        </a:defRPr>
      </a:lvl8pPr>
      <a:lvl9pPr marL="4572000" marR="0" indent="-508000" algn="l" defTabSz="647700" rtl="0" latinLnBrk="0">
        <a:lnSpc>
          <a:spcPct val="100000"/>
        </a:lnSpc>
        <a:spcBef>
          <a:spcPts val="4800"/>
        </a:spcBef>
        <a:spcAft>
          <a:spcPts val="0"/>
        </a:spcAft>
        <a:buClr>
          <a:srgbClr val="9A958E"/>
        </a:buClr>
        <a:buSzPct val="75000"/>
        <a:buFontTx/>
        <a:buChar char="•"/>
        <a:tabLst/>
        <a:defRPr sz="4200" b="0" i="0" u="none" strike="noStrike" cap="none" spc="84" baseline="0">
          <a:solidFill>
            <a:srgbClr val="5B5854"/>
          </a:solidFill>
          <a:uFillTx/>
          <a:latin typeface="Avenir Medium"/>
          <a:ea typeface="Avenir Medium"/>
          <a:cs typeface="Avenir Medium"/>
          <a:sym typeface="Avenir Medium"/>
        </a:defRPr>
      </a:lvl9pPr>
    </p:bodyStyle>
    <p:otherStyle>
      <a:lvl1pPr marL="0" marR="0" indent="0" algn="ctr" defTabSz="6477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all" spc="48" baseline="0">
          <a:solidFill>
            <a:schemeClr val="tx1"/>
          </a:solidFill>
          <a:uFillTx/>
          <a:latin typeface="+mn-lt"/>
          <a:ea typeface="+mn-ea"/>
          <a:cs typeface="+mn-cs"/>
          <a:sym typeface="Futura"/>
        </a:defRPr>
      </a:lvl1pPr>
      <a:lvl2pPr marL="0" marR="0" indent="228600" algn="ctr" defTabSz="6477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all" spc="48" baseline="0">
          <a:solidFill>
            <a:schemeClr val="tx1"/>
          </a:solidFill>
          <a:uFillTx/>
          <a:latin typeface="+mn-lt"/>
          <a:ea typeface="+mn-ea"/>
          <a:cs typeface="+mn-cs"/>
          <a:sym typeface="Futura"/>
        </a:defRPr>
      </a:lvl2pPr>
      <a:lvl3pPr marL="0" marR="0" indent="457200" algn="ctr" defTabSz="6477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all" spc="48" baseline="0">
          <a:solidFill>
            <a:schemeClr val="tx1"/>
          </a:solidFill>
          <a:uFillTx/>
          <a:latin typeface="+mn-lt"/>
          <a:ea typeface="+mn-ea"/>
          <a:cs typeface="+mn-cs"/>
          <a:sym typeface="Futura"/>
        </a:defRPr>
      </a:lvl3pPr>
      <a:lvl4pPr marL="0" marR="0" indent="685800" algn="ctr" defTabSz="6477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all" spc="48" baseline="0">
          <a:solidFill>
            <a:schemeClr val="tx1"/>
          </a:solidFill>
          <a:uFillTx/>
          <a:latin typeface="+mn-lt"/>
          <a:ea typeface="+mn-ea"/>
          <a:cs typeface="+mn-cs"/>
          <a:sym typeface="Futura"/>
        </a:defRPr>
      </a:lvl4pPr>
      <a:lvl5pPr marL="0" marR="0" indent="914400" algn="ctr" defTabSz="6477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all" spc="48" baseline="0">
          <a:solidFill>
            <a:schemeClr val="tx1"/>
          </a:solidFill>
          <a:uFillTx/>
          <a:latin typeface="+mn-lt"/>
          <a:ea typeface="+mn-ea"/>
          <a:cs typeface="+mn-cs"/>
          <a:sym typeface="Futura"/>
        </a:defRPr>
      </a:lvl5pPr>
      <a:lvl6pPr marL="0" marR="0" indent="1143000" algn="ctr" defTabSz="6477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all" spc="48" baseline="0">
          <a:solidFill>
            <a:schemeClr val="tx1"/>
          </a:solidFill>
          <a:uFillTx/>
          <a:latin typeface="+mn-lt"/>
          <a:ea typeface="+mn-ea"/>
          <a:cs typeface="+mn-cs"/>
          <a:sym typeface="Futura"/>
        </a:defRPr>
      </a:lvl6pPr>
      <a:lvl7pPr marL="0" marR="0" indent="1371600" algn="ctr" defTabSz="6477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all" spc="48" baseline="0">
          <a:solidFill>
            <a:schemeClr val="tx1"/>
          </a:solidFill>
          <a:uFillTx/>
          <a:latin typeface="+mn-lt"/>
          <a:ea typeface="+mn-ea"/>
          <a:cs typeface="+mn-cs"/>
          <a:sym typeface="Futura"/>
        </a:defRPr>
      </a:lvl7pPr>
      <a:lvl8pPr marL="0" marR="0" indent="1600200" algn="ctr" defTabSz="6477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all" spc="48" baseline="0">
          <a:solidFill>
            <a:schemeClr val="tx1"/>
          </a:solidFill>
          <a:uFillTx/>
          <a:latin typeface="+mn-lt"/>
          <a:ea typeface="+mn-ea"/>
          <a:cs typeface="+mn-cs"/>
          <a:sym typeface="Futura"/>
        </a:defRPr>
      </a:lvl8pPr>
      <a:lvl9pPr marL="0" marR="0" indent="1828800" algn="ctr" defTabSz="6477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all" spc="48" baseline="0">
          <a:solidFill>
            <a:schemeClr val="tx1"/>
          </a:solidFill>
          <a:uFillTx/>
          <a:latin typeface="+mn-lt"/>
          <a:ea typeface="+mn-ea"/>
          <a:cs typeface="+mn-cs"/>
          <a:sym typeface="Futur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image" Target="../media/image14.jpeg"/><Relationship Id="rId7" Type="http://schemas.openxmlformats.org/officeDocument/2006/relationships/image" Target="../media/image1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10" Type="http://schemas.openxmlformats.org/officeDocument/2006/relationships/image" Target="../media/image21.jpeg"/><Relationship Id="rId4" Type="http://schemas.openxmlformats.org/officeDocument/2006/relationships/image" Target="../media/image15.jpeg"/><Relationship Id="rId9" Type="http://schemas.openxmlformats.org/officeDocument/2006/relationships/image" Target="../media/image20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ext"/>
          <p:cNvSpPr txBox="1">
            <a:spLocks noGrp="1"/>
          </p:cNvSpPr>
          <p:nvPr>
            <p:ph type="body" idx="21"/>
          </p:nvPr>
        </p:nvSpPr>
        <p:spPr>
          <a:xfrm>
            <a:off x="-1973601" y="7336642"/>
            <a:ext cx="14183474" cy="722227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79" name="AYUMATRIX"/>
          <p:cNvSpPr txBox="1">
            <a:spLocks noGrp="1"/>
          </p:cNvSpPr>
          <p:nvPr>
            <p:ph type="title"/>
          </p:nvPr>
        </p:nvSpPr>
        <p:spPr>
          <a:xfrm>
            <a:off x="-1874168" y="5681693"/>
            <a:ext cx="14721423" cy="1661848"/>
          </a:xfrm>
          <a:prstGeom prst="rect">
            <a:avLst/>
          </a:prstGeom>
        </p:spPr>
        <p:txBody>
          <a:bodyPr/>
          <a:lstStyle>
            <a:lvl1pPr>
              <a:defRPr sz="8300" spc="166">
                <a:latin typeface="Chalkboard"/>
                <a:ea typeface="Chalkboard"/>
                <a:cs typeface="Chalkboard"/>
                <a:sym typeface="Chalkboard"/>
              </a:defRPr>
            </a:lvl1pPr>
          </a:lstStyle>
          <a:p>
            <a:r>
              <a:t>AYUMATRIX</a:t>
            </a:r>
          </a:p>
        </p:txBody>
      </p:sp>
      <p:pic>
        <p:nvPicPr>
          <p:cNvPr id="180" name="pasted-movie.png" descr="pasted-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64866" y="1012132"/>
            <a:ext cx="8209109" cy="8320376"/>
          </a:xfrm>
          <a:prstGeom prst="rect">
            <a:avLst/>
          </a:prstGeom>
          <a:ln w="12700">
            <a:miter lim="400000"/>
          </a:ln>
          <a:effectLst>
            <a:outerShdw blurRad="127000" dist="76200" dir="2700000" rotWithShape="0">
              <a:srgbClr val="000000">
                <a:alpha val="75000"/>
              </a:srgbClr>
            </a:outerShdw>
          </a:effectLst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ROBLEM STATEMENT"/>
          <p:cNvSpPr txBox="1">
            <a:spLocks noGrp="1"/>
          </p:cNvSpPr>
          <p:nvPr>
            <p:ph type="title"/>
          </p:nvPr>
        </p:nvSpPr>
        <p:spPr>
          <a:xfrm>
            <a:off x="1257300" y="825500"/>
            <a:ext cx="21869400" cy="1784440"/>
          </a:xfrm>
          <a:prstGeom prst="rect">
            <a:avLst/>
          </a:prstGeom>
        </p:spPr>
        <p:txBody>
          <a:bodyPr/>
          <a:lstStyle/>
          <a:p>
            <a:pPr indent="12700" defTabSz="914400">
              <a:spcBef>
                <a:spcPts val="100"/>
              </a:spcBef>
              <a:defRPr sz="8100" spc="648">
                <a:solidFill>
                  <a:srgbClr val="535353"/>
                </a:solidFill>
                <a:latin typeface="Chalkboard SE Bold"/>
                <a:ea typeface="Chalkboard SE Bold"/>
                <a:cs typeface="Chalkboard SE Bold"/>
                <a:sym typeface="Chalkboard SE Bold"/>
              </a:defRPr>
            </a:pPr>
            <a:r>
              <a:t>PROBLEM</a:t>
            </a:r>
            <a:r>
              <a:rPr spc="-324"/>
              <a:t> </a:t>
            </a:r>
            <a:r>
              <a:rPr spc="485"/>
              <a:t>STATEMENT</a:t>
            </a:r>
          </a:p>
        </p:txBody>
      </p:sp>
      <p:sp>
        <p:nvSpPr>
          <p:cNvPr id="183" name="Two-wheeler accidents become deadly mainly due to delayed medical help, the victim’s inability to call for assistance, and the lack of reliable emergency alert systems.…"/>
          <p:cNvSpPr txBox="1">
            <a:spLocks noGrp="1"/>
          </p:cNvSpPr>
          <p:nvPr>
            <p:ph type="body" idx="1"/>
          </p:nvPr>
        </p:nvSpPr>
        <p:spPr>
          <a:xfrm>
            <a:off x="1073096" y="2007704"/>
            <a:ext cx="21869401" cy="1170829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69900" indent="-457200" algn="ctr" defTabSz="914400">
              <a:spcBef>
                <a:spcPts val="100"/>
              </a:spcBef>
              <a:buClrTx/>
              <a:buSzPct val="125000"/>
              <a:buFont typeface="Arial"/>
              <a:defRPr sz="4000" spc="0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rPr sz="4400" dirty="0"/>
              <a:t>Two-wheeler accidents become deadly mainly due to delayed medical help, the victim’s inability to call for assistance, and the lack of reliable emergency alert systems.</a:t>
            </a:r>
          </a:p>
          <a:p>
            <a:pPr marL="469900" indent="-457200" algn="ctr" defTabSz="914400">
              <a:spcBef>
                <a:spcPts val="100"/>
              </a:spcBef>
              <a:buClrTx/>
              <a:buSzPct val="125000"/>
              <a:buFont typeface="Arial"/>
              <a:defRPr sz="3700" spc="0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endParaRPr sz="4400" dirty="0"/>
          </a:p>
          <a:p>
            <a:pPr marL="469900" indent="-457200" defTabSz="914400">
              <a:spcBef>
                <a:spcPts val="100"/>
              </a:spcBef>
              <a:buClrTx/>
              <a:buSzPct val="125000"/>
              <a:buFont typeface="Arial"/>
              <a:defRPr sz="3200" spc="0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endParaRPr sz="4400" dirty="0"/>
          </a:p>
          <a:p>
            <a:pPr marL="469900" indent="-457200" defTabSz="914400">
              <a:spcBef>
                <a:spcPts val="100"/>
              </a:spcBef>
              <a:buClrTx/>
              <a:buSzPct val="125000"/>
              <a:buChar char="➢"/>
              <a:defRPr sz="4500" b="1" u="sng" spc="0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rPr sz="4400" dirty="0"/>
              <a:t>Key Issues :</a:t>
            </a:r>
          </a:p>
          <a:p>
            <a:pPr marL="469899" indent="-457199" defTabSz="914400">
              <a:spcBef>
                <a:spcPts val="2100"/>
              </a:spcBef>
              <a:buClrTx/>
              <a:buSzPct val="125000"/>
              <a:buFont typeface="Arial"/>
              <a:defRPr sz="3100" b="1" spc="271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rPr sz="4400" dirty="0"/>
              <a:t>High Vulnerability: </a:t>
            </a:r>
            <a:endParaRPr lang="en-US" sz="4400" dirty="0"/>
          </a:p>
          <a:p>
            <a:pPr marL="12700" indent="0" defTabSz="914400">
              <a:spcBef>
                <a:spcPts val="2100"/>
              </a:spcBef>
              <a:buClrTx/>
              <a:buSzPct val="125000"/>
              <a:buNone/>
              <a:defRPr sz="3100" b="1" spc="271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rPr sz="4400" dirty="0"/>
              <a:t>Two-wheeler riders are more exposed to accidents.</a:t>
            </a:r>
          </a:p>
          <a:p>
            <a:pPr marL="469899" indent="-457199" defTabSz="914400">
              <a:spcBef>
                <a:spcPts val="2100"/>
              </a:spcBef>
              <a:buClrTx/>
              <a:buSzPct val="125000"/>
              <a:buFont typeface="Arial"/>
              <a:defRPr sz="3100" b="1" spc="271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rPr sz="4400" dirty="0"/>
              <a:t>Delayed Medical Help: </a:t>
            </a:r>
            <a:endParaRPr lang="en-US" sz="4400" dirty="0"/>
          </a:p>
          <a:p>
            <a:pPr marL="12700" indent="0" defTabSz="914400">
              <a:spcBef>
                <a:spcPts val="2100"/>
              </a:spcBef>
              <a:buClrTx/>
              <a:buSzPct val="125000"/>
              <a:buNone/>
              <a:defRPr sz="3100" b="1" spc="271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rPr sz="4400" dirty="0"/>
              <a:t>Many lives are lost due to slow emergency response.</a:t>
            </a:r>
          </a:p>
          <a:p>
            <a:pPr marL="469899" indent="-457199" defTabSz="914400">
              <a:spcBef>
                <a:spcPts val="2100"/>
              </a:spcBef>
              <a:buClrTx/>
              <a:buSzPct val="125000"/>
              <a:buFont typeface="Arial"/>
              <a:defRPr sz="3100" b="1" spc="271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rPr sz="4400" dirty="0"/>
              <a:t>Communication Gap: </a:t>
            </a:r>
            <a:endParaRPr lang="en-US" sz="4400" dirty="0"/>
          </a:p>
          <a:p>
            <a:pPr marL="12700" indent="0" defTabSz="914400">
              <a:spcBef>
                <a:spcPts val="2100"/>
              </a:spcBef>
              <a:buClrTx/>
              <a:buSzPct val="125000"/>
              <a:buNone/>
              <a:defRPr sz="3100" b="1" spc="271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rPr sz="4400" dirty="0"/>
              <a:t>Victims often cannot call for help, and bystanders may not respond quickly</a:t>
            </a:r>
          </a:p>
          <a:p>
            <a:pPr marL="469899" indent="-457199" defTabSz="914400">
              <a:spcBef>
                <a:spcPts val="2100"/>
              </a:spcBef>
              <a:buClrTx/>
              <a:buSzPct val="125000"/>
              <a:buFont typeface="Arial"/>
              <a:defRPr sz="3100" b="1" spc="271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rPr sz="4400" dirty="0"/>
              <a:t>Privacy Concerns: </a:t>
            </a:r>
            <a:endParaRPr lang="en-US" sz="4400" dirty="0"/>
          </a:p>
          <a:p>
            <a:pPr marL="12700" indent="0" defTabSz="914400">
              <a:spcBef>
                <a:spcPts val="2100"/>
              </a:spcBef>
              <a:buClrTx/>
              <a:buSzPct val="125000"/>
              <a:buNone/>
              <a:defRPr sz="3100" b="1" spc="271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rPr sz="4400" dirty="0"/>
              <a:t>Existing alert systems broadcast widely, risking user privacy</a:t>
            </a:r>
          </a:p>
        </p:txBody>
      </p:sp>
      <p:pic>
        <p:nvPicPr>
          <p:cNvPr id="2" name="Picture 1" descr="A person lying on a scooter&#10;&#10;AI-generated content may be incorrect.">
            <a:extLst>
              <a:ext uri="{FF2B5EF4-FFF2-40B4-BE49-F238E27FC236}">
                <a16:creationId xmlns:a16="http://schemas.microsoft.com/office/drawing/2014/main" id="{C0F8AEAA-7FBB-E2DC-1180-A4095580DC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94" t="7812" r="10156" b="20312"/>
          <a:stretch>
            <a:fillRect/>
          </a:stretch>
        </p:blipFill>
        <p:spPr>
          <a:xfrm>
            <a:off x="16061635" y="3792144"/>
            <a:ext cx="7553739" cy="6186743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SCOPE"/>
          <p:cNvSpPr txBox="1">
            <a:spLocks noGrp="1"/>
          </p:cNvSpPr>
          <p:nvPr>
            <p:ph type="title"/>
          </p:nvPr>
        </p:nvSpPr>
        <p:spPr>
          <a:xfrm>
            <a:off x="1257300" y="218662"/>
            <a:ext cx="21869400" cy="1649896"/>
          </a:xfrm>
          <a:prstGeom prst="rect">
            <a:avLst/>
          </a:prstGeom>
        </p:spPr>
        <p:txBody>
          <a:bodyPr>
            <a:normAutofit/>
          </a:bodyPr>
          <a:lstStyle>
            <a:lvl1pPr indent="12700" defTabSz="914400">
              <a:spcBef>
                <a:spcPts val="100"/>
              </a:spcBef>
              <a:defRPr sz="8100" b="1" cap="none" spc="810">
                <a:solidFill>
                  <a:srgbClr val="535353"/>
                </a:solidFill>
                <a:latin typeface="Chalkboard"/>
                <a:ea typeface="Chalkboard"/>
                <a:cs typeface="Chalkboard"/>
                <a:sym typeface="Chalkboard"/>
              </a:defRPr>
            </a:lvl1pPr>
          </a:lstStyle>
          <a:p>
            <a:r>
              <a:rPr dirty="0"/>
              <a:t>SCOPE</a:t>
            </a:r>
          </a:p>
        </p:txBody>
      </p:sp>
      <p:sp>
        <p:nvSpPr>
          <p:cNvPr id="186" name="Most victims cannot raise an alarm after an accident .…"/>
          <p:cNvSpPr txBox="1">
            <a:spLocks noGrp="1"/>
          </p:cNvSpPr>
          <p:nvPr>
            <p:ph type="body" idx="1"/>
          </p:nvPr>
        </p:nvSpPr>
        <p:spPr>
          <a:xfrm>
            <a:off x="536712" y="1411356"/>
            <a:ext cx="24171965" cy="1337806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57200" indent="-457200" defTabSz="914400">
              <a:spcBef>
                <a:spcPts val="0"/>
              </a:spcBef>
              <a:buClrTx/>
              <a:buSzPct val="100000"/>
              <a:buFont typeface="Arial"/>
              <a:defRPr sz="3100" spc="0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rPr sz="3600" dirty="0"/>
              <a:t>Most victims cannot raise an alarm after an accident .</a:t>
            </a:r>
          </a:p>
          <a:p>
            <a:pPr marL="457200" indent="-457200" defTabSz="914400">
              <a:spcBef>
                <a:spcPts val="0"/>
              </a:spcBef>
              <a:buClrTx/>
              <a:buSzPct val="100000"/>
              <a:buFont typeface="Arial"/>
              <a:defRPr sz="3100" spc="0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rPr sz="3600" dirty="0"/>
              <a:t>Two-wheelers form the backbone of daily transport, yet they account for the largest share of road accident deaths.</a:t>
            </a:r>
          </a:p>
          <a:p>
            <a:pPr marL="457200" indent="-457200" defTabSz="914400">
              <a:spcBef>
                <a:spcPts val="0"/>
              </a:spcBef>
              <a:buClrTx/>
              <a:buSzPct val="100000"/>
              <a:buFont typeface="Arial"/>
              <a:defRPr sz="3100" spc="0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endParaRPr sz="3600" dirty="0"/>
          </a:p>
          <a:p>
            <a:pPr marL="457200" indent="-457200" defTabSz="914400">
              <a:spcBef>
                <a:spcPts val="0"/>
              </a:spcBef>
              <a:buClrTx/>
              <a:buSzPct val="100000"/>
              <a:buChar char="➢"/>
              <a:defRPr sz="3100" b="1" u="sng" spc="0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rPr sz="3600" dirty="0"/>
              <a:t>Relevance :</a:t>
            </a:r>
          </a:p>
          <a:p>
            <a:pPr marL="457200" indent="-457200" defTabSz="914400">
              <a:spcBef>
                <a:spcPts val="0"/>
              </a:spcBef>
              <a:buClrTx/>
              <a:buSzPct val="100000"/>
              <a:buFont typeface="Arial"/>
              <a:defRPr sz="3100" spc="0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rPr sz="3600" dirty="0"/>
              <a:t>Threatens millions of daily riders, especially in developing countries.</a:t>
            </a:r>
          </a:p>
          <a:p>
            <a:pPr marL="457200" indent="-457200" defTabSz="914400">
              <a:spcBef>
                <a:spcPts val="0"/>
              </a:spcBef>
              <a:buClrTx/>
              <a:buSzPct val="100000"/>
              <a:buFont typeface="Arial"/>
              <a:defRPr sz="3100" spc="0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rPr sz="3600" dirty="0"/>
              <a:t>Causes avoidable deaths and disabilities due to late treatment.</a:t>
            </a:r>
          </a:p>
          <a:p>
            <a:pPr marL="457200" indent="-457200" defTabSz="914400">
              <a:spcBef>
                <a:spcPts val="0"/>
              </a:spcBef>
              <a:buClrTx/>
              <a:buSzPct val="100000"/>
              <a:buFont typeface="Arial"/>
              <a:defRPr sz="3100" spc="0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rPr sz="3600" dirty="0"/>
              <a:t>Creates social and economic losses for families and communities</a:t>
            </a:r>
            <a:endParaRPr sz="3600" u="sng" dirty="0"/>
          </a:p>
          <a:p>
            <a:pPr marL="457200" indent="-457200" defTabSz="914400">
              <a:spcBef>
                <a:spcPts val="0"/>
              </a:spcBef>
              <a:buClrTx/>
              <a:buSzPct val="100000"/>
              <a:buChar char="➢"/>
              <a:defRPr sz="3100" u="sng" spc="0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endParaRPr sz="3600" u="sng" dirty="0"/>
          </a:p>
          <a:p>
            <a:pPr marL="457200" indent="-457200" defTabSz="914400">
              <a:spcBef>
                <a:spcPts val="0"/>
              </a:spcBef>
              <a:buClrTx/>
              <a:buSzPct val="100000"/>
              <a:buChar char="➢"/>
              <a:defRPr sz="3100" b="1" u="sng" spc="0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rPr sz="3600" dirty="0"/>
              <a:t>Global reference :</a:t>
            </a:r>
          </a:p>
          <a:p>
            <a:pPr marL="457200" indent="-457200" defTabSz="914400">
              <a:spcBef>
                <a:spcPts val="0"/>
              </a:spcBef>
              <a:buClrTx/>
              <a:buSzPct val="100000"/>
              <a:buFont typeface="Arial"/>
              <a:defRPr sz="3100" spc="0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rPr sz="3600" dirty="0"/>
              <a:t>In 2024, India reported ~180,000 total road accident deaths.</a:t>
            </a:r>
          </a:p>
          <a:p>
            <a:pPr marL="457200" indent="-457200" defTabSz="914400">
              <a:spcBef>
                <a:spcPts val="0"/>
              </a:spcBef>
              <a:buClrTx/>
              <a:buSzPct val="100000"/>
              <a:buFont typeface="Arial"/>
              <a:defRPr sz="3100" spc="0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endParaRPr sz="3600" dirty="0"/>
          </a:p>
          <a:p>
            <a:pPr marL="457200" indent="-457200" defTabSz="914400">
              <a:spcBef>
                <a:spcPts val="0"/>
              </a:spcBef>
              <a:buClrTx/>
              <a:buSzPct val="100000"/>
              <a:buChar char="➢"/>
              <a:defRPr sz="3100" b="1" u="sng" spc="0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rPr sz="3600" dirty="0"/>
              <a:t> Scope :</a:t>
            </a:r>
          </a:p>
          <a:p>
            <a:pPr marL="457200" indent="-457200" defTabSz="914400">
              <a:spcBef>
                <a:spcPts val="0"/>
              </a:spcBef>
              <a:buClrTx/>
              <a:buSzPct val="100000"/>
              <a:buFont typeface="Arial"/>
              <a:defRPr sz="3100" spc="0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rPr sz="3600" dirty="0"/>
              <a:t>Two-wheelers accounted for 45% of total road accident deaths in India</a:t>
            </a:r>
          </a:p>
          <a:p>
            <a:pPr marL="457200" indent="-457200" defTabSz="914400">
              <a:spcBef>
                <a:spcPts val="0"/>
              </a:spcBef>
              <a:buClrTx/>
              <a:buSzPct val="100000"/>
              <a:buFont typeface="Arial"/>
              <a:defRPr sz="3100" spc="0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rPr sz="3600" dirty="0"/>
              <a:t>A study reported by the Indian Road Transport Minister that </a:t>
            </a:r>
            <a:endParaRPr lang="en-US" sz="3600" dirty="0"/>
          </a:p>
          <a:p>
            <a:pPr marL="0" indent="0" defTabSz="914400">
              <a:spcBef>
                <a:spcPts val="0"/>
              </a:spcBef>
              <a:buClrTx/>
              <a:buSzPct val="100000"/>
              <a:buNone/>
              <a:defRPr sz="3100" spc="0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rPr sz="3600" dirty="0"/>
              <a:t>nearly 30% of road‐accident deaths are due to delay in getting</a:t>
            </a:r>
            <a:endParaRPr lang="en-US" sz="3600" dirty="0"/>
          </a:p>
          <a:p>
            <a:pPr marL="0" indent="0" defTabSz="914400">
              <a:spcBef>
                <a:spcPts val="0"/>
              </a:spcBef>
              <a:buClrTx/>
              <a:buSzPct val="100000"/>
              <a:buNone/>
              <a:defRPr sz="3100" spc="0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rPr sz="3600" dirty="0"/>
              <a:t> medical care during the </a:t>
            </a:r>
            <a:r>
              <a:rPr sz="36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“golden hour”</a:t>
            </a:r>
          </a:p>
          <a:p>
            <a:pPr marL="457200" indent="-457200" defTabSz="914400">
              <a:spcBef>
                <a:spcPts val="0"/>
              </a:spcBef>
              <a:buClrTx/>
              <a:buSzPct val="100000"/>
              <a:buFont typeface="Arial"/>
              <a:defRPr sz="3100" spc="0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rPr sz="3600" dirty="0"/>
              <a:t>This makes two-wheelers the most vulnerable and highest contributor</a:t>
            </a:r>
          </a:p>
          <a:p>
            <a:pPr marL="0" indent="0" defTabSz="914400">
              <a:spcBef>
                <a:spcPts val="0"/>
              </a:spcBef>
              <a:buClrTx/>
              <a:buSzTx/>
              <a:buNone/>
              <a:defRPr sz="3100" spc="0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rPr sz="3600" dirty="0"/>
              <a:t>to accident fatalities compared to cars and other vehicles </a:t>
            </a:r>
          </a:p>
        </p:txBody>
      </p:sp>
      <p:pic>
        <p:nvPicPr>
          <p:cNvPr id="2" name="Picture 1" descr="A graph of a road accident&#10;&#10;AI-generated content may be incorrect.">
            <a:extLst>
              <a:ext uri="{FF2B5EF4-FFF2-40B4-BE49-F238E27FC236}">
                <a16:creationId xmlns:a16="http://schemas.microsoft.com/office/drawing/2014/main" id="{57F96B9B-B0FD-7B8F-414F-7FD8B1AD23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2436" y="2632213"/>
            <a:ext cx="9004852" cy="1086512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Innov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Chalkboard"/>
                <a:ea typeface="Chalkboard"/>
                <a:cs typeface="Chalkboard"/>
                <a:sym typeface="Chalkboard"/>
              </a:defRPr>
            </a:lvl1pPr>
          </a:lstStyle>
          <a:p>
            <a:r>
              <a:t>Innovation</a:t>
            </a:r>
          </a:p>
        </p:txBody>
      </p:sp>
      <p:sp>
        <p:nvSpPr>
          <p:cNvPr id="189" name="A safety device for two-wheelers that can detect accidents automatically.…"/>
          <p:cNvSpPr txBox="1">
            <a:spLocks noGrp="1"/>
          </p:cNvSpPr>
          <p:nvPr>
            <p:ph type="body" idx="1"/>
          </p:nvPr>
        </p:nvSpPr>
        <p:spPr>
          <a:xfrm>
            <a:off x="1257300" y="1879599"/>
            <a:ext cx="21869400" cy="11597861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57200" indent="-457200" defTabSz="914400">
              <a:spcBef>
                <a:spcPts val="0"/>
              </a:spcBef>
              <a:buClrTx/>
              <a:buSzPct val="100000"/>
              <a:buFont typeface="Arial"/>
              <a:defRPr sz="4000" spc="0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rPr sz="4400" dirty="0"/>
              <a:t>A safety device for two-wheelers that can detect accidents automatically.</a:t>
            </a:r>
          </a:p>
          <a:p>
            <a:pPr marL="457200" indent="-457200" defTabSz="914400">
              <a:spcBef>
                <a:spcPts val="0"/>
              </a:spcBef>
              <a:buClrTx/>
              <a:buSzPct val="100000"/>
              <a:buFont typeface="Arial"/>
              <a:defRPr sz="4000" spc="0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rPr sz="4400" dirty="0"/>
              <a:t>It uses sensors and esp32 to check impact, bike tilt, sudden stop, heartbeat, and pulse rate .</a:t>
            </a:r>
          </a:p>
          <a:p>
            <a:pPr marL="457200" indent="-457200" defTabSz="914400">
              <a:spcBef>
                <a:spcPts val="0"/>
              </a:spcBef>
              <a:buClrTx/>
              <a:buSzPct val="100000"/>
              <a:buFont typeface="Arial"/>
              <a:defRPr sz="4000" spc="0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rPr sz="4400" dirty="0"/>
              <a:t>When an accident happens, it immediately sends an alert with location to:</a:t>
            </a:r>
            <a:endParaRPr lang="en-US" sz="4400" dirty="0"/>
          </a:p>
          <a:p>
            <a:pPr marL="457200" indent="-457200" defTabSz="914400">
              <a:spcBef>
                <a:spcPts val="0"/>
              </a:spcBef>
              <a:buClrTx/>
              <a:buSzPct val="100000"/>
              <a:buFont typeface="Arial"/>
              <a:defRPr sz="4000" spc="0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endParaRPr lang="en-IN" sz="4400" dirty="0"/>
          </a:p>
          <a:p>
            <a:pPr marL="457200" indent="-457200" defTabSz="914400">
              <a:spcBef>
                <a:spcPts val="0"/>
              </a:spcBef>
              <a:buClrTx/>
              <a:buSzPct val="100000"/>
              <a:buFont typeface="Arial"/>
              <a:defRPr sz="4000" spc="0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endParaRPr sz="4400" dirty="0"/>
          </a:p>
          <a:p>
            <a:pPr marL="457200" indent="-457200" defTabSz="914400">
              <a:spcBef>
                <a:spcPts val="0"/>
              </a:spcBef>
              <a:buClrTx/>
              <a:buSzPct val="100000"/>
              <a:buChar char="❖"/>
              <a:defRPr sz="4000" spc="0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rPr sz="4400" dirty="0"/>
              <a:t> Family &amp; friends </a:t>
            </a:r>
          </a:p>
          <a:p>
            <a:pPr marL="457200" indent="-457200" defTabSz="914400">
              <a:spcBef>
                <a:spcPts val="0"/>
              </a:spcBef>
              <a:buClrTx/>
              <a:buSzPct val="100000"/>
              <a:buChar char="❖"/>
              <a:defRPr sz="4000" spc="0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rPr sz="4400" dirty="0"/>
              <a:t> Nearby hospitals </a:t>
            </a:r>
          </a:p>
          <a:p>
            <a:pPr marL="457200" indent="-457200" defTabSz="914400">
              <a:spcBef>
                <a:spcPts val="0"/>
              </a:spcBef>
              <a:buClrTx/>
              <a:buSzPct val="100000"/>
              <a:buChar char="❖"/>
              <a:defRPr sz="4000" spc="0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rPr sz="4400" dirty="0"/>
              <a:t> Blood banks</a:t>
            </a:r>
          </a:p>
          <a:p>
            <a:pPr marL="457200" indent="-457200" defTabSz="914400">
              <a:spcBef>
                <a:spcPts val="0"/>
              </a:spcBef>
              <a:buClrTx/>
              <a:buSzPct val="100000"/>
              <a:buChar char="❖"/>
              <a:defRPr sz="4000" spc="0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rPr sz="4400" dirty="0"/>
              <a:t> Other app users </a:t>
            </a:r>
          </a:p>
          <a:p>
            <a:pPr marL="457200" indent="-457200" defTabSz="914400">
              <a:spcBef>
                <a:spcPts val="0"/>
              </a:spcBef>
              <a:buClrTx/>
              <a:buSzPct val="100000"/>
              <a:buChar char="❖"/>
              <a:defRPr sz="4000" spc="0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rPr sz="4400" dirty="0"/>
              <a:t> Emergency number</a:t>
            </a:r>
          </a:p>
          <a:p>
            <a:pPr marL="457200" indent="-457200" defTabSz="914400">
              <a:spcBef>
                <a:spcPts val="0"/>
              </a:spcBef>
              <a:buClrTx/>
              <a:buSzPct val="100000"/>
              <a:buChar char="❖"/>
              <a:defRPr sz="4000" spc="0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endParaRPr sz="4400" dirty="0"/>
          </a:p>
          <a:p>
            <a:pPr marL="457200" indent="-457200" defTabSz="914400">
              <a:spcBef>
                <a:spcPts val="0"/>
              </a:spcBef>
              <a:buClrTx/>
              <a:buSzPct val="100000"/>
              <a:buFont typeface="Arial"/>
              <a:defRPr sz="4000" spc="0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rPr sz="4400" dirty="0"/>
              <a:t>If the phone is broken or missing, </a:t>
            </a:r>
            <a:endParaRPr lang="en-US" sz="4400" dirty="0"/>
          </a:p>
          <a:p>
            <a:pPr marL="0" indent="0" defTabSz="914400">
              <a:spcBef>
                <a:spcPts val="0"/>
              </a:spcBef>
              <a:buClrTx/>
              <a:buSzPct val="100000"/>
              <a:buNone/>
              <a:defRPr sz="4000" spc="0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rPr lang="en-US" sz="4400" dirty="0"/>
              <a:t>Or </a:t>
            </a:r>
            <a:r>
              <a:rPr sz="4400" dirty="0"/>
              <a:t>the device uses GSM to send an SMS.</a:t>
            </a:r>
            <a:endParaRPr lang="en-US" sz="4400" dirty="0"/>
          </a:p>
          <a:p>
            <a:pPr marL="0" indent="0" defTabSz="914400">
              <a:spcBef>
                <a:spcPts val="0"/>
              </a:spcBef>
              <a:buClrTx/>
              <a:buSzPct val="100000"/>
              <a:buNone/>
              <a:defRPr sz="4000" spc="0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endParaRPr sz="4400" dirty="0"/>
          </a:p>
          <a:p>
            <a:pPr marL="457200" indent="-457200" defTabSz="914400">
              <a:spcBef>
                <a:spcPts val="0"/>
              </a:spcBef>
              <a:buClrTx/>
              <a:buSzPct val="100000"/>
              <a:buFont typeface="Arial"/>
              <a:defRPr sz="4000" spc="0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rPr sz="4400" dirty="0"/>
              <a:t>This ensures help always reaches on time, </a:t>
            </a:r>
            <a:endParaRPr lang="en-US" sz="4400" dirty="0"/>
          </a:p>
          <a:p>
            <a:pPr marL="0" indent="0" defTabSz="914400">
              <a:spcBef>
                <a:spcPts val="0"/>
              </a:spcBef>
              <a:buClrTx/>
              <a:buSzPct val="100000"/>
              <a:buNone/>
              <a:defRPr sz="4000" spc="0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rPr lang="en-IN" sz="4400" dirty="0"/>
              <a:t>and </a:t>
            </a:r>
            <a:r>
              <a:rPr sz="4400" dirty="0"/>
              <a:t>improving survival chances.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7CBC464-FACD-1272-C9C5-75D3FB9837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31" t="5469" r="8594" b="6250"/>
          <a:stretch>
            <a:fillRect/>
          </a:stretch>
        </p:blipFill>
        <p:spPr>
          <a:xfrm>
            <a:off x="14272591" y="4287270"/>
            <a:ext cx="9143999" cy="860323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TECHNICAL APPROACH"/>
          <p:cNvSpPr txBox="1">
            <a:spLocks noGrp="1"/>
          </p:cNvSpPr>
          <p:nvPr>
            <p:ph type="title"/>
          </p:nvPr>
        </p:nvSpPr>
        <p:spPr>
          <a:xfrm>
            <a:off x="1257300" y="825500"/>
            <a:ext cx="21869400" cy="1765822"/>
          </a:xfrm>
          <a:prstGeom prst="rect">
            <a:avLst/>
          </a:prstGeom>
        </p:spPr>
        <p:txBody>
          <a:bodyPr/>
          <a:lstStyle/>
          <a:p>
            <a:pPr indent="12700" defTabSz="914400">
              <a:spcBef>
                <a:spcPts val="100"/>
              </a:spcBef>
              <a:defRPr sz="7200" b="1" cap="none" spc="431">
                <a:solidFill>
                  <a:srgbClr val="535353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t>TECHNICAL</a:t>
            </a:r>
            <a:r>
              <a:rPr spc="-288"/>
              <a:t> </a:t>
            </a:r>
            <a:r>
              <a:rPr spc="720"/>
              <a:t>APPROACH</a:t>
            </a:r>
          </a:p>
        </p:txBody>
      </p:sp>
      <p:sp>
        <p:nvSpPr>
          <p:cNvPr id="192" name="Technologies &amp; Methods…"/>
          <p:cNvSpPr txBox="1">
            <a:spLocks noGrp="1"/>
          </p:cNvSpPr>
          <p:nvPr>
            <p:ph type="body" idx="1"/>
          </p:nvPr>
        </p:nvSpPr>
        <p:spPr>
          <a:xfrm>
            <a:off x="569844" y="1769165"/>
            <a:ext cx="22556856" cy="13437705"/>
          </a:xfrm>
          <a:prstGeom prst="rect">
            <a:avLst/>
          </a:prstGeom>
        </p:spPr>
        <p:txBody>
          <a:bodyPr/>
          <a:lstStyle/>
          <a:p>
            <a:pPr marL="457200" indent="-457200" defTabSz="914400">
              <a:spcBef>
                <a:spcPts val="0"/>
              </a:spcBef>
              <a:buClrTx/>
              <a:buSzPct val="100000"/>
              <a:buChar char="➢"/>
              <a:defRPr sz="4600" b="1" spc="0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rPr dirty="0"/>
              <a:t>Technologies &amp; Methods</a:t>
            </a:r>
          </a:p>
          <a:p>
            <a:pPr marL="457200" indent="-457200" defTabSz="914400">
              <a:spcBef>
                <a:spcPts val="0"/>
              </a:spcBef>
              <a:buClrTx/>
              <a:buSzPct val="100000"/>
              <a:buChar char="▪"/>
              <a:defRPr sz="3800" spc="0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rPr dirty="0"/>
              <a:t> </a:t>
            </a:r>
            <a:r>
              <a:rPr b="1" dirty="0"/>
              <a:t>Hardware</a:t>
            </a:r>
          </a:p>
          <a:p>
            <a:pPr marL="0" indent="0" defTabSz="914400">
              <a:spcBef>
                <a:spcPts val="0"/>
              </a:spcBef>
              <a:buClrTx/>
              <a:buSzTx/>
              <a:buNone/>
              <a:defRPr sz="3800" spc="0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rPr i="1" dirty="0"/>
              <a:t>Sensors: </a:t>
            </a:r>
            <a:endParaRPr lang="en-US" i="1" dirty="0"/>
          </a:p>
          <a:p>
            <a:pPr marL="0" indent="0" defTabSz="914400">
              <a:spcBef>
                <a:spcPts val="0"/>
              </a:spcBef>
              <a:buClrTx/>
              <a:buSzTx/>
              <a:buNone/>
              <a:defRPr sz="3800" spc="0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rPr dirty="0"/>
              <a:t>Accelerometer, Gyroscope, Heartbeat &amp; Pulse, load sensor</a:t>
            </a:r>
          </a:p>
          <a:p>
            <a:pPr marL="0" indent="0" defTabSz="914400">
              <a:spcBef>
                <a:spcPts val="0"/>
              </a:spcBef>
              <a:buClrTx/>
              <a:buSzTx/>
              <a:buNone/>
              <a:defRPr sz="3800" spc="0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rPr i="1" dirty="0"/>
              <a:t>Microcontroller: </a:t>
            </a:r>
            <a:endParaRPr lang="en-US" i="1" dirty="0"/>
          </a:p>
          <a:p>
            <a:pPr marL="0" indent="0" defTabSz="914400">
              <a:spcBef>
                <a:spcPts val="0"/>
              </a:spcBef>
              <a:buClrTx/>
              <a:buSzTx/>
              <a:buNone/>
              <a:defRPr sz="3800" spc="0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rPr dirty="0"/>
              <a:t>ESP32 for processing data and triggering alerts.</a:t>
            </a:r>
          </a:p>
          <a:p>
            <a:pPr marL="0" indent="0" defTabSz="914400">
              <a:spcBef>
                <a:spcPts val="0"/>
              </a:spcBef>
              <a:buClrTx/>
              <a:buSzTx/>
              <a:buNone/>
              <a:defRPr sz="3800" spc="0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rPr i="1" dirty="0"/>
              <a:t>GSM Module: </a:t>
            </a:r>
            <a:endParaRPr lang="en-US" i="1" dirty="0"/>
          </a:p>
          <a:p>
            <a:pPr marL="0" indent="0" defTabSz="914400">
              <a:spcBef>
                <a:spcPts val="0"/>
              </a:spcBef>
              <a:buClrTx/>
              <a:buSzTx/>
              <a:buNone/>
              <a:defRPr sz="3800" spc="0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rPr dirty="0"/>
              <a:t>For SMS alerts when phone is unavailable.</a:t>
            </a:r>
          </a:p>
          <a:p>
            <a:pPr marL="0" indent="0" defTabSz="914400">
              <a:spcBef>
                <a:spcPts val="0"/>
              </a:spcBef>
              <a:buClrTx/>
              <a:buSzTx/>
              <a:buNone/>
              <a:defRPr sz="3800" spc="0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rPr i="1" dirty="0"/>
              <a:t>GPS Module: </a:t>
            </a:r>
            <a:endParaRPr lang="en-US" i="1" dirty="0"/>
          </a:p>
          <a:p>
            <a:pPr marL="0" indent="0" defTabSz="914400">
              <a:spcBef>
                <a:spcPts val="0"/>
              </a:spcBef>
              <a:buClrTx/>
              <a:buSzTx/>
              <a:buNone/>
              <a:defRPr sz="3800" spc="0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rPr dirty="0"/>
              <a:t>To track and share live location.</a:t>
            </a:r>
          </a:p>
          <a:p>
            <a:pPr marL="457200" indent="-457200" defTabSz="914400">
              <a:spcBef>
                <a:spcPts val="0"/>
              </a:spcBef>
              <a:buClrTx/>
              <a:buSzPct val="100000"/>
              <a:buChar char="▪"/>
              <a:defRPr sz="3800" spc="0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rPr b="1" dirty="0"/>
              <a:t> Software</a:t>
            </a:r>
          </a:p>
          <a:p>
            <a:pPr marL="0" indent="0" defTabSz="914400">
              <a:spcBef>
                <a:spcPts val="0"/>
              </a:spcBef>
              <a:buClrTx/>
              <a:buSzTx/>
              <a:buNone/>
              <a:defRPr sz="3800" spc="0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rPr dirty="0"/>
              <a:t>Mobile App: Receives alerts, shares location, notifies family &amp; hospitals.</a:t>
            </a:r>
          </a:p>
          <a:p>
            <a:pPr marL="0" indent="0" defTabSz="914400">
              <a:spcBef>
                <a:spcPts val="0"/>
              </a:spcBef>
              <a:buClrTx/>
              <a:buSzTx/>
              <a:buNone/>
              <a:defRPr sz="3800" spc="0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rPr i="1" dirty="0"/>
              <a:t>IoT Integration: </a:t>
            </a:r>
            <a:endParaRPr lang="en-US" i="1" dirty="0"/>
          </a:p>
          <a:p>
            <a:pPr marL="0" indent="0" defTabSz="914400">
              <a:spcBef>
                <a:spcPts val="0"/>
              </a:spcBef>
              <a:buClrTx/>
              <a:buSzTx/>
              <a:buNone/>
              <a:defRPr sz="3800" spc="0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rPr dirty="0"/>
              <a:t>Real-time communication between device, app, and servers.</a:t>
            </a:r>
          </a:p>
          <a:p>
            <a:pPr marL="0" indent="0" defTabSz="914400">
              <a:spcBef>
                <a:spcPts val="0"/>
              </a:spcBef>
              <a:buClrTx/>
              <a:buSzTx/>
              <a:buNone/>
              <a:defRPr sz="3800" spc="0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rPr i="1" dirty="0"/>
              <a:t>Data Processing: </a:t>
            </a:r>
            <a:endParaRPr lang="en-US" i="1" dirty="0"/>
          </a:p>
          <a:p>
            <a:pPr marL="0" indent="0" defTabSz="914400">
              <a:spcBef>
                <a:spcPts val="0"/>
              </a:spcBef>
              <a:buClrTx/>
              <a:buSzTx/>
              <a:buNone/>
              <a:defRPr sz="3800" spc="0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rPr dirty="0"/>
              <a:t>Accident severity analysis using sensor inputs.</a:t>
            </a:r>
          </a:p>
          <a:p>
            <a:pPr marL="457200" indent="-457200" defTabSz="914400">
              <a:spcBef>
                <a:spcPts val="0"/>
              </a:spcBef>
              <a:buClrTx/>
              <a:buSzPct val="100000"/>
              <a:buChar char="▪"/>
              <a:defRPr sz="3800" spc="0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rPr b="1" dirty="0"/>
              <a:t> Methodology</a:t>
            </a:r>
          </a:p>
          <a:p>
            <a:pPr marL="0" indent="0" defTabSz="914400">
              <a:spcBef>
                <a:spcPts val="0"/>
              </a:spcBef>
              <a:buClrTx/>
              <a:buSzTx/>
              <a:buNone/>
              <a:defRPr sz="3800" spc="0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rPr dirty="0"/>
              <a:t>Accident detection → Data analysis → Automatic alert → Emergency response.</a:t>
            </a:r>
          </a:p>
          <a:p>
            <a:pPr marL="0" indent="0" defTabSz="914400">
              <a:spcBef>
                <a:spcPts val="0"/>
              </a:spcBef>
              <a:buClrTx/>
              <a:buSzTx/>
              <a:buNone/>
              <a:defRPr sz="3800" spc="0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rPr dirty="0"/>
              <a:t>Focus on real-time action, reliability, and scalability.</a:t>
            </a:r>
          </a:p>
        </p:txBody>
      </p:sp>
      <p:pic>
        <p:nvPicPr>
          <p:cNvPr id="2" name="Picture 1" descr="A diagram of a gps location&#10;&#10;AI-generated content may be incorrect.">
            <a:extLst>
              <a:ext uri="{FF2B5EF4-FFF2-40B4-BE49-F238E27FC236}">
                <a16:creationId xmlns:a16="http://schemas.microsoft.com/office/drawing/2014/main" id="{6AC460A7-F4CA-F5B4-3BA5-7C2784043E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99" t="9139" r="7001" b="16229"/>
          <a:stretch>
            <a:fillRect/>
          </a:stretch>
        </p:blipFill>
        <p:spPr>
          <a:xfrm>
            <a:off x="16000673" y="1915185"/>
            <a:ext cx="7813483" cy="5088835"/>
          </a:xfrm>
          <a:prstGeom prst="rect">
            <a:avLst/>
          </a:prstGeom>
        </p:spPr>
      </p:pic>
      <p:pic>
        <p:nvPicPr>
          <p:cNvPr id="3" name="Picture 2" descr="A diagram of a circuit board&#10;&#10;AI-generated content may be incorrect.">
            <a:extLst>
              <a:ext uri="{FF2B5EF4-FFF2-40B4-BE49-F238E27FC236}">
                <a16:creationId xmlns:a16="http://schemas.microsoft.com/office/drawing/2014/main" id="{41227ABB-0D1F-DECF-8EA1-DAF14578F8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0674" y="7004020"/>
            <a:ext cx="8131536" cy="631441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circuit board&#10;&#10;AI-generated content may be incorrect.">
            <a:extLst>
              <a:ext uri="{FF2B5EF4-FFF2-40B4-BE49-F238E27FC236}">
                <a16:creationId xmlns:a16="http://schemas.microsoft.com/office/drawing/2014/main" id="{7ACE8A8B-5B1E-6EC1-594F-9E9EF71BDC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238" y="318880"/>
            <a:ext cx="7485834" cy="7852795"/>
          </a:xfrm>
          <a:prstGeom prst="rect">
            <a:avLst/>
          </a:prstGeom>
        </p:spPr>
      </p:pic>
      <p:pic>
        <p:nvPicPr>
          <p:cNvPr id="5" name="Picture 4" descr="A circuit board with wires and a piece of paper&#10;&#10;AI-generated content may be incorrect.">
            <a:extLst>
              <a:ext uri="{FF2B5EF4-FFF2-40B4-BE49-F238E27FC236}">
                <a16:creationId xmlns:a16="http://schemas.microsoft.com/office/drawing/2014/main" id="{82B0529E-7B4D-71CA-867E-E5DD3E174E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655"/>
          <a:stretch>
            <a:fillRect/>
          </a:stretch>
        </p:blipFill>
        <p:spPr>
          <a:xfrm>
            <a:off x="7816304" y="159025"/>
            <a:ext cx="8267700" cy="6121676"/>
          </a:xfrm>
          <a:prstGeom prst="rect">
            <a:avLst/>
          </a:prstGeom>
        </p:spPr>
      </p:pic>
      <p:pic>
        <p:nvPicPr>
          <p:cNvPr id="9" name="Picture 8" descr="A wooden board with wires on it&#10;&#10;AI-generated content may be incorrect.">
            <a:extLst>
              <a:ext uri="{FF2B5EF4-FFF2-40B4-BE49-F238E27FC236}">
                <a16:creationId xmlns:a16="http://schemas.microsoft.com/office/drawing/2014/main" id="{553C6AAA-8F90-6C16-1CFE-45E4647422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42" t="8298" b="52165"/>
          <a:stretch>
            <a:fillRect/>
          </a:stretch>
        </p:blipFill>
        <p:spPr>
          <a:xfrm>
            <a:off x="16208237" y="377687"/>
            <a:ext cx="7718563" cy="4353339"/>
          </a:xfrm>
          <a:prstGeom prst="rect">
            <a:avLst/>
          </a:prstGeom>
        </p:spPr>
      </p:pic>
      <p:pic>
        <p:nvPicPr>
          <p:cNvPr id="11" name="Picture 10" descr="A close-up of several wires&#10;&#10;AI-generated content may be incorrect.">
            <a:extLst>
              <a:ext uri="{FF2B5EF4-FFF2-40B4-BE49-F238E27FC236}">
                <a16:creationId xmlns:a16="http://schemas.microsoft.com/office/drawing/2014/main" id="{E71D15C0-407F-5408-1BF2-923A1582DB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31" t="16782" r="28592" b="4506"/>
          <a:stretch>
            <a:fillRect/>
          </a:stretch>
        </p:blipFill>
        <p:spPr>
          <a:xfrm>
            <a:off x="18624275" y="4890053"/>
            <a:ext cx="5302525" cy="8448260"/>
          </a:xfrm>
          <a:prstGeom prst="rect">
            <a:avLst/>
          </a:prstGeom>
        </p:spPr>
      </p:pic>
      <p:pic>
        <p:nvPicPr>
          <p:cNvPr id="13" name="Picture 12" descr="A circuit board with wires&#10;&#10;AI-generated content may be incorrect.">
            <a:extLst>
              <a:ext uri="{FF2B5EF4-FFF2-40B4-BE49-F238E27FC236}">
                <a16:creationId xmlns:a16="http://schemas.microsoft.com/office/drawing/2014/main" id="{2009B23C-6424-10D9-91B8-9F9FEA86E52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93" t="20757" r="32287" b="14611"/>
          <a:stretch>
            <a:fillRect/>
          </a:stretch>
        </p:blipFill>
        <p:spPr>
          <a:xfrm>
            <a:off x="7816304" y="6619460"/>
            <a:ext cx="4917385" cy="6619461"/>
          </a:xfrm>
          <a:prstGeom prst="rect">
            <a:avLst/>
          </a:prstGeom>
        </p:spPr>
      </p:pic>
      <p:pic>
        <p:nvPicPr>
          <p:cNvPr id="17" name="Picture 16" descr="A close-up of several wires&#10;&#10;AI-generated content may be incorrect.">
            <a:extLst>
              <a:ext uri="{FF2B5EF4-FFF2-40B4-BE49-F238E27FC236}">
                <a16:creationId xmlns:a16="http://schemas.microsoft.com/office/drawing/2014/main" id="{B39C9F27-5647-302B-A09C-CBB47F539D6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9" t="22921" r="22430" b="16060"/>
          <a:stretch>
            <a:fillRect/>
          </a:stretch>
        </p:blipFill>
        <p:spPr>
          <a:xfrm>
            <a:off x="13238081" y="6619461"/>
            <a:ext cx="5108713" cy="6718852"/>
          </a:xfrm>
          <a:prstGeom prst="rect">
            <a:avLst/>
          </a:prstGeom>
        </p:spPr>
      </p:pic>
      <p:pic>
        <p:nvPicPr>
          <p:cNvPr id="19" name="Picture 18" descr="A group of wires and wires on a table&#10;&#10;AI-generated content may be incorrect.">
            <a:extLst>
              <a:ext uri="{FF2B5EF4-FFF2-40B4-BE49-F238E27FC236}">
                <a16:creationId xmlns:a16="http://schemas.microsoft.com/office/drawing/2014/main" id="{A3DD131F-02D8-DABF-0EA8-4E0E9684B15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70" t="40251" r="15939" b="18227"/>
          <a:stretch>
            <a:fillRect/>
          </a:stretch>
        </p:blipFill>
        <p:spPr>
          <a:xfrm>
            <a:off x="330469" y="8388626"/>
            <a:ext cx="7208354" cy="485029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107463A-ECFE-880A-6E4D-3CA80FA8C58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6870" y="3975651"/>
            <a:ext cx="3033879" cy="230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975201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BE43282-DD1A-52DF-05AA-C9C87648D68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A4D7994-0736-2F7B-504C-B5F88638A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455" dirty="0">
                <a:latin typeface="Franklin Gothic Medium" panose="020B0603020102020204" pitchFamily="34" charset="0"/>
              </a:rPr>
              <a:t>WORK FLOW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4022ED-3828-5429-F922-108DC15DFF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 descr="A diagram of a diagram&#10;&#10;AI-generated content may be incorrect.">
            <a:extLst>
              <a:ext uri="{FF2B5EF4-FFF2-40B4-BE49-F238E27FC236}">
                <a16:creationId xmlns:a16="http://schemas.microsoft.com/office/drawing/2014/main" id="{3E864AC3-3E57-A68C-E694-C0F27C1BBD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296" y="2047461"/>
            <a:ext cx="23535861" cy="11290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200275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095906C-29ED-2446-7E45-B9DA378C8D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B76D217-E0D2-5482-34E6-94047AC97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pc="459" dirty="0">
                <a:latin typeface="Franklin Gothic Medium" panose="020B0603020102020204" pitchFamily="34" charset="0"/>
              </a:rPr>
              <a:t>IMPACT</a:t>
            </a:r>
            <a:r>
              <a:rPr lang="en-IN" spc="-135" dirty="0">
                <a:latin typeface="Franklin Gothic Medium" panose="020B0603020102020204" pitchFamily="34" charset="0"/>
              </a:rPr>
              <a:t> </a:t>
            </a:r>
            <a:r>
              <a:rPr lang="en-IN" spc="640" dirty="0">
                <a:latin typeface="Franklin Gothic Medium" panose="020B0603020102020204" pitchFamily="34" charset="0"/>
              </a:rPr>
              <a:t>AND</a:t>
            </a:r>
            <a:r>
              <a:rPr lang="en-IN" spc="-130" dirty="0">
                <a:latin typeface="Franklin Gothic Medium" panose="020B0603020102020204" pitchFamily="34" charset="0"/>
              </a:rPr>
              <a:t> </a:t>
            </a:r>
            <a:r>
              <a:rPr lang="en-IN" spc="220" dirty="0">
                <a:latin typeface="Franklin Gothic Medium" panose="020B0603020102020204" pitchFamily="34" charset="0"/>
              </a:rPr>
              <a:t>BENEFITS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111DFC-FF3B-7C4B-19F8-792C2DE73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702209" y="1879599"/>
            <a:ext cx="11191461" cy="11279809"/>
          </a:xfrm>
          <a:prstGeom prst="round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>
            <a:normAutofit fontScale="85000" lnSpcReduction="10000"/>
          </a:bodyPr>
          <a:lstStyle/>
          <a:p>
            <a:pPr algn="ctr">
              <a:spcBef>
                <a:spcPts val="2400"/>
              </a:spcBef>
            </a:pPr>
            <a:r>
              <a:rPr lang="en-IN" sz="6400" u="sng" spc="220" dirty="0">
                <a:latin typeface="Franklin Gothic Medium" panose="020B0603020102020204" pitchFamily="34" charset="0"/>
              </a:rPr>
              <a:t>BENEFITS</a:t>
            </a:r>
          </a:p>
          <a:p>
            <a:pPr marL="685800" indent="-685800" algn="l">
              <a:spcBef>
                <a:spcPts val="2400"/>
              </a:spcBef>
              <a:buFont typeface="Wingdings" panose="05000000000000000000" pitchFamily="2" charset="2"/>
              <a:buChar char="Ø"/>
            </a:pPr>
            <a:r>
              <a:rPr lang="en-IN" sz="5100" b="1" dirty="0"/>
              <a:t>Social Benefits-</a:t>
            </a:r>
          </a:p>
          <a:p>
            <a:pPr marL="685800" indent="-685800"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5100" b="1" dirty="0"/>
              <a:t> </a:t>
            </a:r>
            <a:r>
              <a:rPr lang="en-US" sz="5100" dirty="0"/>
              <a:t>Saves lives by reducing delays.</a:t>
            </a:r>
          </a:p>
          <a:p>
            <a:pPr marL="685800" indent="-685800"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IN" sz="5100" dirty="0"/>
              <a:t>Improves road safety awareness.</a:t>
            </a:r>
          </a:p>
          <a:p>
            <a:pPr marL="685800" indent="-685800" algn="l">
              <a:spcBef>
                <a:spcPts val="2400"/>
              </a:spcBef>
              <a:buFont typeface="Wingdings" panose="05000000000000000000" pitchFamily="2" charset="2"/>
              <a:buChar char="Ø"/>
            </a:pPr>
            <a:r>
              <a:rPr lang="en-IN" sz="5100" b="1" dirty="0"/>
              <a:t>Economic Benefits-</a:t>
            </a:r>
          </a:p>
          <a:p>
            <a:pPr marL="685800" indent="-685800"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IN" sz="5100" dirty="0"/>
              <a:t>Reduces long-term treatment costs.</a:t>
            </a:r>
          </a:p>
          <a:p>
            <a:pPr marL="685800" indent="-685800"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IN" sz="5100" dirty="0"/>
              <a:t>Prevents productivity loss</a:t>
            </a:r>
          </a:p>
          <a:p>
            <a:pPr marL="685800" indent="-685800" algn="l">
              <a:spcBef>
                <a:spcPts val="2400"/>
              </a:spcBef>
              <a:buFont typeface="Wingdings" panose="05000000000000000000" pitchFamily="2" charset="2"/>
              <a:buChar char="Ø"/>
            </a:pPr>
            <a:r>
              <a:rPr lang="en-IN" sz="5100" b="1" dirty="0"/>
              <a:t>Environmental Benefits-</a:t>
            </a:r>
          </a:p>
          <a:p>
            <a:pPr marL="685800" indent="-685800"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5100" dirty="0"/>
              <a:t>Fewer accident-related traffic jams = less fuel waste &amp; emissions.</a:t>
            </a:r>
            <a:endParaRPr lang="en-IN" sz="51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18E5388-B6DB-F5B8-78D9-5280346EB519}"/>
              </a:ext>
            </a:extLst>
          </p:cNvPr>
          <p:cNvSpPr/>
          <p:nvPr/>
        </p:nvSpPr>
        <p:spPr>
          <a:xfrm>
            <a:off x="1729045" y="1879599"/>
            <a:ext cx="10217426" cy="11145355"/>
          </a:xfrm>
          <a:prstGeom prst="round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600"/>
              </a:spcBef>
            </a:pPr>
            <a:r>
              <a:rPr lang="en-IN" sz="6000" u="sng" spc="459" dirty="0">
                <a:latin typeface="Franklin Gothic Medium" panose="020B0603020102020204" pitchFamily="34" charset="0"/>
              </a:rPr>
              <a:t>IMPACT</a:t>
            </a:r>
          </a:p>
          <a:p>
            <a:pPr marL="571500" indent="-571500">
              <a:spcBef>
                <a:spcPts val="3600"/>
              </a:spcBef>
              <a:buFont typeface="Arial" panose="020B0604020202020204" pitchFamily="34" charset="0"/>
              <a:buChar char="•"/>
            </a:pPr>
            <a:r>
              <a:rPr lang="en-IN" sz="4000" b="1" dirty="0"/>
              <a:t>Two-wheeler riders-</a:t>
            </a:r>
            <a:r>
              <a:rPr lang="en-US" sz="4000" b="1" dirty="0"/>
              <a:t> </a:t>
            </a:r>
            <a:r>
              <a:rPr lang="en-US" sz="4000" dirty="0"/>
              <a:t>Directly protected by automatic accident alerts.</a:t>
            </a:r>
            <a:endParaRPr lang="en-IN" sz="4000" dirty="0"/>
          </a:p>
          <a:p>
            <a:pPr marL="571500" indent="-571500">
              <a:spcBef>
                <a:spcPts val="3600"/>
              </a:spcBef>
              <a:buFont typeface="Arial" panose="020B0604020202020204" pitchFamily="34" charset="0"/>
              <a:buChar char="•"/>
            </a:pPr>
            <a:r>
              <a:rPr lang="en-IN" sz="4000" b="1" dirty="0"/>
              <a:t>Families</a:t>
            </a:r>
            <a:r>
              <a:rPr lang="en-IN" sz="4000" dirty="0"/>
              <a:t>-</a:t>
            </a:r>
            <a:r>
              <a:rPr lang="en-US" sz="4000" dirty="0"/>
              <a:t> Receive quick updates about their loved ones.</a:t>
            </a:r>
            <a:endParaRPr lang="en-IN" sz="4000" dirty="0"/>
          </a:p>
          <a:p>
            <a:pPr marL="571500" indent="-571500">
              <a:spcBef>
                <a:spcPts val="3600"/>
              </a:spcBef>
              <a:buFont typeface="Arial" panose="020B0604020202020204" pitchFamily="34" charset="0"/>
              <a:buChar char="•"/>
            </a:pPr>
            <a:r>
              <a:rPr lang="en-IN" sz="4000" b="1" dirty="0"/>
              <a:t>Hospitals &amp; responders-</a:t>
            </a:r>
            <a:r>
              <a:rPr lang="en-US" sz="4000" b="1" dirty="0"/>
              <a:t> </a:t>
            </a:r>
            <a:r>
              <a:rPr lang="en-US" sz="4000" dirty="0"/>
              <a:t>Get early information, improving rescue efficiency.</a:t>
            </a:r>
          </a:p>
          <a:p>
            <a:pPr algn="l">
              <a:spcBef>
                <a:spcPts val="2400"/>
              </a:spcBef>
            </a:pP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927125249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CONCLUSION"/>
          <p:cNvSpPr txBox="1">
            <a:spLocks noGrp="1"/>
          </p:cNvSpPr>
          <p:nvPr>
            <p:ph type="title"/>
          </p:nvPr>
        </p:nvSpPr>
        <p:spPr>
          <a:xfrm>
            <a:off x="1257300" y="825500"/>
            <a:ext cx="21869400" cy="1609141"/>
          </a:xfrm>
          <a:prstGeom prst="rect">
            <a:avLst/>
          </a:prstGeom>
        </p:spPr>
        <p:txBody>
          <a:bodyPr/>
          <a:lstStyle>
            <a:lvl1pPr indent="12700" defTabSz="914400">
              <a:spcBef>
                <a:spcPts val="100"/>
              </a:spcBef>
              <a:defRPr sz="7100" b="1" cap="none" spc="710">
                <a:solidFill>
                  <a:srgbClr val="535353"/>
                </a:solidFill>
                <a:latin typeface="Chalkboard"/>
                <a:ea typeface="Chalkboard"/>
                <a:cs typeface="Chalkboard"/>
                <a:sym typeface="Chalkboard"/>
              </a:defRPr>
            </a:lvl1pPr>
          </a:lstStyle>
          <a:p>
            <a:r>
              <a:t>CONCLUSION</a:t>
            </a:r>
          </a:p>
        </p:txBody>
      </p:sp>
      <p:sp>
        <p:nvSpPr>
          <p:cNvPr id="195" name="How Our Solution Addresses the Core Problem…"/>
          <p:cNvSpPr txBox="1">
            <a:spLocks noGrp="1"/>
          </p:cNvSpPr>
          <p:nvPr>
            <p:ph type="body" idx="1"/>
          </p:nvPr>
        </p:nvSpPr>
        <p:spPr>
          <a:xfrm>
            <a:off x="980994" y="2812645"/>
            <a:ext cx="21869401" cy="10148110"/>
          </a:xfrm>
          <a:prstGeom prst="rect">
            <a:avLst/>
          </a:prstGeom>
        </p:spPr>
        <p:txBody>
          <a:bodyPr/>
          <a:lstStyle/>
          <a:p>
            <a:pPr marL="457200" indent="-457200" defTabSz="914400">
              <a:spcBef>
                <a:spcPts val="0"/>
              </a:spcBef>
              <a:buClrTx/>
              <a:buSzPct val="100000"/>
              <a:buChar char="❑"/>
              <a:defRPr sz="3400" b="1" spc="0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rPr dirty="0"/>
              <a:t>How Our Solution Addresses the Core Problem</a:t>
            </a:r>
          </a:p>
          <a:p>
            <a:pPr marL="457200" indent="-457200" defTabSz="914400">
              <a:spcBef>
                <a:spcPts val="0"/>
              </a:spcBef>
              <a:buClrTx/>
              <a:buSzPct val="100000"/>
              <a:buFont typeface="Arial"/>
              <a:defRPr sz="3200" spc="0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rPr dirty="0"/>
              <a:t>Instant Detection &amp; Alerts → Sends real-time location and rider’s health status.</a:t>
            </a:r>
          </a:p>
          <a:p>
            <a:pPr marL="457200" indent="-457200" defTabSz="914400">
              <a:spcBef>
                <a:spcPts val="0"/>
              </a:spcBef>
              <a:buClrTx/>
              <a:buSzPct val="100000"/>
              <a:buFont typeface="Arial"/>
              <a:defRPr sz="3200" spc="0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rPr dirty="0"/>
              <a:t>No Rider Dependency → Works even if the victim is unconscious.</a:t>
            </a:r>
          </a:p>
          <a:p>
            <a:pPr marL="457200" indent="-457200" defTabSz="914400">
              <a:spcBef>
                <a:spcPts val="0"/>
              </a:spcBef>
              <a:buClrTx/>
              <a:buSzPct val="100000"/>
              <a:buFont typeface="Arial"/>
              <a:defRPr sz="3200" spc="0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rPr dirty="0"/>
              <a:t>Journey Safety App → Family &amp; friends can track rides and get instant alerts.</a:t>
            </a:r>
          </a:p>
          <a:p>
            <a:pPr marL="457200" indent="-457200" defTabSz="914400">
              <a:spcBef>
                <a:spcPts val="0"/>
              </a:spcBef>
              <a:buClrTx/>
              <a:buSzPct val="100000"/>
              <a:buFont typeface="Arial"/>
              <a:defRPr sz="3200" spc="0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rPr dirty="0"/>
              <a:t>Critical Blood Support → Connects to nearby blood banks and notifies matching donors during severe blood loss.</a:t>
            </a:r>
          </a:p>
          <a:p>
            <a:pPr marL="457200" indent="-457200" defTabSz="914400">
              <a:spcBef>
                <a:spcPts val="0"/>
              </a:spcBef>
              <a:buClrTx/>
              <a:buSzPct val="100000"/>
              <a:buFont typeface="Arial"/>
              <a:defRPr sz="3200" spc="0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rPr dirty="0"/>
              <a:t>Backup System → If no phone, GSM sends SMS alerts to ensure help is always notified.</a:t>
            </a:r>
            <a:br>
              <a:rPr dirty="0"/>
            </a:br>
            <a:endParaRPr dirty="0"/>
          </a:p>
          <a:p>
            <a:pPr marL="457200" indent="-457200" defTabSz="914400">
              <a:spcBef>
                <a:spcPts val="0"/>
              </a:spcBef>
              <a:buClrTx/>
              <a:buSzPct val="100000"/>
              <a:buChar char="❑"/>
              <a:defRPr sz="3200" b="1" spc="0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rPr dirty="0"/>
              <a:t> </a:t>
            </a:r>
            <a:r>
              <a:rPr sz="3400" dirty="0"/>
              <a:t>Potential for Scaling &amp; Future Scope Scaling</a:t>
            </a:r>
          </a:p>
          <a:p>
            <a:pPr marL="0" indent="0" defTabSz="914400">
              <a:spcBef>
                <a:spcPts val="0"/>
              </a:spcBef>
              <a:buClrTx/>
              <a:buSzTx/>
              <a:buNone/>
              <a:defRPr sz="3200" spc="0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rPr dirty="0"/>
              <a:t>Adoptable for all two-wheelers, ride-sharing, and long-distance travel.</a:t>
            </a:r>
          </a:p>
          <a:p>
            <a:pPr marL="457200" indent="-457200" defTabSz="914400">
              <a:spcBef>
                <a:spcPts val="0"/>
              </a:spcBef>
              <a:buClrTx/>
              <a:buSzPct val="100000"/>
              <a:buChar char="➢"/>
              <a:defRPr sz="3200" spc="0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rPr dirty="0"/>
              <a:t>Future Improvements</a:t>
            </a:r>
          </a:p>
          <a:p>
            <a:pPr marL="457200" indent="-457200" defTabSz="914400">
              <a:spcBef>
                <a:spcPts val="0"/>
              </a:spcBef>
              <a:buClrTx/>
              <a:buSzPct val="100000"/>
              <a:buFont typeface="Arial"/>
              <a:defRPr sz="3200" spc="0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rPr dirty="0"/>
              <a:t>AI-based accident severity grading.</a:t>
            </a:r>
          </a:p>
          <a:p>
            <a:pPr marL="457200" indent="-457200" defTabSz="914400">
              <a:spcBef>
                <a:spcPts val="0"/>
              </a:spcBef>
              <a:buClrTx/>
              <a:buSzPct val="100000"/>
              <a:buFont typeface="Arial"/>
              <a:defRPr sz="3200" spc="0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rPr dirty="0"/>
              <a:t>Direct integration with blood bank networks &amp; donor platforms.</a:t>
            </a:r>
          </a:p>
          <a:p>
            <a:pPr marL="457200" indent="-457200" defTabSz="914400">
              <a:spcBef>
                <a:spcPts val="0"/>
              </a:spcBef>
              <a:buClrTx/>
              <a:buSzPct val="100000"/>
              <a:buFont typeface="Arial"/>
              <a:defRPr sz="3200" spc="0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rPr dirty="0"/>
              <a:t>Link with hospitals and emergency helplines (108/112).</a:t>
            </a:r>
          </a:p>
          <a:p>
            <a:pPr marL="457200" indent="-457200" defTabSz="914400">
              <a:spcBef>
                <a:spcPts val="0"/>
              </a:spcBef>
              <a:buClrTx/>
              <a:buSzPct val="100000"/>
              <a:buChar char="➢"/>
              <a:defRPr sz="3200" spc="0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rPr dirty="0"/>
              <a:t>Broader Applications</a:t>
            </a:r>
          </a:p>
          <a:p>
            <a:pPr marL="457200" indent="-457200" defTabSz="914400">
              <a:spcBef>
                <a:spcPts val="0"/>
              </a:spcBef>
              <a:buClrTx/>
              <a:buSzPct val="100000"/>
              <a:buFont typeface="Arial"/>
              <a:defRPr sz="3200" spc="0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rPr dirty="0"/>
              <a:t>Extendable to cars, trucks, buses, and logistics fleets.</a:t>
            </a:r>
          </a:p>
          <a:p>
            <a:pPr marL="457200" indent="-457200" defTabSz="914400">
              <a:spcBef>
                <a:spcPts val="0"/>
              </a:spcBef>
              <a:buClrTx/>
              <a:buSzPct val="100000"/>
              <a:buFont typeface="Arial"/>
              <a:defRPr sz="3200" spc="0">
                <a:solidFill>
                  <a:srgbClr val="000000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rPr dirty="0"/>
              <a:t>Vital for elderly travelers, delivery riders, and accident-prone regions.</a:t>
            </a:r>
          </a:p>
        </p:txBody>
      </p:sp>
    </p:spTree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New_Template8">
  <a:themeElements>
    <a:clrScheme name="New_Template8">
      <a:dk1>
        <a:srgbClr val="5B5854"/>
      </a:dk1>
      <a:lt1>
        <a:srgbClr val="072B5B"/>
      </a:lt1>
      <a:dk2>
        <a:srgbClr val="5B5854"/>
      </a:dk2>
      <a:lt2>
        <a:srgbClr val="C9C3BA"/>
      </a:lt2>
      <a:accent1>
        <a:srgbClr val="708CA5"/>
      </a:accent1>
      <a:accent2>
        <a:srgbClr val="80A7A7"/>
      </a:accent2>
      <a:accent3>
        <a:srgbClr val="98A66D"/>
      </a:accent3>
      <a:accent4>
        <a:srgbClr val="CF9E5B"/>
      </a:accent4>
      <a:accent5>
        <a:srgbClr val="C87C6D"/>
      </a:accent5>
      <a:accent6>
        <a:srgbClr val="837B9A"/>
      </a:accent6>
      <a:hlink>
        <a:srgbClr val="0000FF"/>
      </a:hlink>
      <a:folHlink>
        <a:srgbClr val="FF00FF"/>
      </a:folHlink>
    </a:clrScheme>
    <a:fontScheme name="New_Template8">
      <a:majorFont>
        <a:latin typeface="Futura"/>
        <a:ea typeface="Futura"/>
        <a:cs typeface="Futura"/>
      </a:majorFont>
      <a:minorFont>
        <a:latin typeface="Futura"/>
        <a:ea typeface="Futura"/>
        <a:cs typeface="Futura"/>
      </a:minorFont>
    </a:fontScheme>
    <a:fmtScheme name="New_Template8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6477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all" spc="48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Futur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5">
              <a:alpha val="75000"/>
            </a:schemeClr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t">
        <a:spAutoFit/>
      </a:bodyPr>
      <a:lstStyle>
        <a:defPPr marL="0" marR="0" indent="0" algn="l" defTabSz="647700" rtl="0" fontAlgn="auto" latinLnBrk="0" hangingPunct="0">
          <a:lnSpc>
            <a:spcPct val="100000"/>
          </a:lnSpc>
          <a:spcBef>
            <a:spcPts val="4800"/>
          </a:spcBef>
          <a:spcAft>
            <a:spcPts val="0"/>
          </a:spcAft>
          <a:buClrTx/>
          <a:buSzTx/>
          <a:buFontTx/>
          <a:buNone/>
          <a:tabLst/>
          <a:defRPr kumimoji="0" sz="4200" b="0" i="0" u="none" strike="noStrike" cap="none" spc="84" normalizeH="0" baseline="0">
            <a:ln>
              <a:noFill/>
            </a:ln>
            <a:solidFill>
              <a:srgbClr val="5B5854"/>
            </a:solidFill>
            <a:effectLst/>
            <a:uFillTx/>
            <a:latin typeface="Avenir Medium"/>
            <a:ea typeface="Avenir Medium"/>
            <a:cs typeface="Avenir Medium"/>
            <a:sym typeface="Avenir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New_Template8">
  <a:themeElements>
    <a:clrScheme name="New_Template8">
      <a:dk1>
        <a:srgbClr val="000000"/>
      </a:dk1>
      <a:lt1>
        <a:srgbClr val="FFFFFF"/>
      </a:lt1>
      <a:dk2>
        <a:srgbClr val="5B5854"/>
      </a:dk2>
      <a:lt2>
        <a:srgbClr val="C9C3BA"/>
      </a:lt2>
      <a:accent1>
        <a:srgbClr val="708CA5"/>
      </a:accent1>
      <a:accent2>
        <a:srgbClr val="80A7A7"/>
      </a:accent2>
      <a:accent3>
        <a:srgbClr val="98A66D"/>
      </a:accent3>
      <a:accent4>
        <a:srgbClr val="CF9E5B"/>
      </a:accent4>
      <a:accent5>
        <a:srgbClr val="C87C6D"/>
      </a:accent5>
      <a:accent6>
        <a:srgbClr val="837B9A"/>
      </a:accent6>
      <a:hlink>
        <a:srgbClr val="0000FF"/>
      </a:hlink>
      <a:folHlink>
        <a:srgbClr val="FF00FF"/>
      </a:folHlink>
    </a:clrScheme>
    <a:fontScheme name="New_Template8">
      <a:majorFont>
        <a:latin typeface="Futura"/>
        <a:ea typeface="Futura"/>
        <a:cs typeface="Futura"/>
      </a:majorFont>
      <a:minorFont>
        <a:latin typeface="Futura"/>
        <a:ea typeface="Futura"/>
        <a:cs typeface="Futura"/>
      </a:minorFont>
    </a:fontScheme>
    <a:fmtScheme name="New_Template8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6477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all" spc="48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Futur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5">
              <a:alpha val="75000"/>
            </a:schemeClr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t">
        <a:spAutoFit/>
      </a:bodyPr>
      <a:lstStyle>
        <a:defPPr marL="0" marR="0" indent="0" algn="l" defTabSz="647700" rtl="0" fontAlgn="auto" latinLnBrk="0" hangingPunct="0">
          <a:lnSpc>
            <a:spcPct val="100000"/>
          </a:lnSpc>
          <a:spcBef>
            <a:spcPts val="4800"/>
          </a:spcBef>
          <a:spcAft>
            <a:spcPts val="0"/>
          </a:spcAft>
          <a:buClrTx/>
          <a:buSzTx/>
          <a:buFontTx/>
          <a:buNone/>
          <a:tabLst/>
          <a:defRPr kumimoji="0" sz="4200" b="0" i="0" u="none" strike="noStrike" cap="none" spc="84" normalizeH="0" baseline="0">
            <a:ln>
              <a:noFill/>
            </a:ln>
            <a:solidFill>
              <a:srgbClr val="5B5854"/>
            </a:solidFill>
            <a:effectLst/>
            <a:uFillTx/>
            <a:latin typeface="Avenir Medium"/>
            <a:ea typeface="Avenir Medium"/>
            <a:cs typeface="Avenir Medium"/>
            <a:sym typeface="Avenir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668</Words>
  <Application>Microsoft Office PowerPoint</Application>
  <PresentationFormat>Custom</PresentationFormat>
  <Paragraphs>101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Avenir Medium</vt:lpstr>
      <vt:lpstr>Baskerville SemiBold</vt:lpstr>
      <vt:lpstr>Franklin Gothic Medium</vt:lpstr>
      <vt:lpstr>Futura</vt:lpstr>
      <vt:lpstr>Helvetica Neue</vt:lpstr>
      <vt:lpstr>Wingdings</vt:lpstr>
      <vt:lpstr>New_Template8</vt:lpstr>
      <vt:lpstr>AYUMATRIX</vt:lpstr>
      <vt:lpstr>PROBLEM STATEMENT</vt:lpstr>
      <vt:lpstr>SCOPE</vt:lpstr>
      <vt:lpstr>Innovation</vt:lpstr>
      <vt:lpstr>TECHNICAL APPROACH</vt:lpstr>
      <vt:lpstr>PowerPoint Presentation</vt:lpstr>
      <vt:lpstr>WORK FLOW</vt:lpstr>
      <vt:lpstr>IMPACT AND BENEFITS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HP</dc:creator>
  <cp:lastModifiedBy>m viswitha</cp:lastModifiedBy>
  <cp:revision>2</cp:revision>
  <dcterms:modified xsi:type="dcterms:W3CDTF">2025-12-22T14:55:57Z</dcterms:modified>
</cp:coreProperties>
</file>